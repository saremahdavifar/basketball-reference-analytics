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1156" r:id="rId2"/>
    <p:sldId id="474" r:id="rId3"/>
    <p:sldId id="1070" r:id="rId4"/>
    <p:sldId id="1071" r:id="rId5"/>
    <p:sldId id="285" r:id="rId6"/>
    <p:sldId id="1072" r:id="rId7"/>
    <p:sldId id="1157" r:id="rId8"/>
    <p:sldId id="1046" r:id="rId9"/>
    <p:sldId id="1159" r:id="rId10"/>
    <p:sldId id="377" r:id="rId11"/>
    <p:sldId id="1158" r:id="rId12"/>
    <p:sldId id="705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A519"/>
    <a:srgbClr val="D06C28"/>
    <a:srgbClr val="EEEEEE"/>
    <a:srgbClr val="6B71C5"/>
    <a:srgbClr val="FBBFBD"/>
    <a:srgbClr val="FF8888"/>
    <a:srgbClr val="FFE9DD"/>
    <a:srgbClr val="FF455A"/>
    <a:srgbClr val="FFD82F"/>
    <a:srgbClr val="F25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/>
    <p:restoredTop sz="94704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C0F17-7F5C-F947-9CF4-BFAB491BB1AF}" type="datetimeFigureOut">
              <a:t>4/28/2026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501BE-F5A3-604D-95DA-218C447AFA03}" type="slidenum"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149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501BE-F5A3-604D-95DA-218C447AFA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64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501BE-F5A3-604D-95DA-218C447AFA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3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95549A-00F2-1B41-9D6B-AF4AC3CCE4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261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57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626FD6AD-F31B-3F48-9B9E-E01F3F4604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951018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3143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0B1CB786-A27E-7E40-90B9-ACD5036796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124196"/>
          </a:xfrm>
          <a:custGeom>
            <a:avLst/>
            <a:gdLst>
              <a:gd name="connsiteX0" fmla="*/ 0 w 12192000"/>
              <a:gd name="connsiteY0" fmla="*/ 0 h 6124196"/>
              <a:gd name="connsiteX1" fmla="*/ 12192000 w 12192000"/>
              <a:gd name="connsiteY1" fmla="*/ 0 h 6124196"/>
              <a:gd name="connsiteX2" fmla="*/ 12192000 w 12192000"/>
              <a:gd name="connsiteY2" fmla="*/ 1239221 h 6124196"/>
              <a:gd name="connsiteX3" fmla="*/ 3978225 w 12192000"/>
              <a:gd name="connsiteY3" fmla="*/ 5981446 h 6124196"/>
              <a:gd name="connsiteX4" fmla="*/ 2524535 w 12192000"/>
              <a:gd name="connsiteY4" fmla="*/ 5591931 h 6124196"/>
              <a:gd name="connsiteX5" fmla="*/ 0 w 12192000"/>
              <a:gd name="connsiteY5" fmla="*/ 1219308 h 612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124196">
                <a:moveTo>
                  <a:pt x="0" y="0"/>
                </a:moveTo>
                <a:lnTo>
                  <a:pt x="12192000" y="0"/>
                </a:lnTo>
                <a:lnTo>
                  <a:pt x="12192000" y="1239221"/>
                </a:lnTo>
                <a:lnTo>
                  <a:pt x="3978225" y="5981446"/>
                </a:lnTo>
                <a:cubicBezTo>
                  <a:pt x="3469238" y="6275310"/>
                  <a:pt x="2818399" y="6100918"/>
                  <a:pt x="2524535" y="5591931"/>
                </a:cubicBezTo>
                <a:lnTo>
                  <a:pt x="0" y="1219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3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726446B7-9EBF-1849-B109-B5BAB4E2EF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06183" y="2066427"/>
            <a:ext cx="8738830" cy="5344444"/>
          </a:xfrm>
          <a:custGeom>
            <a:avLst/>
            <a:gdLst>
              <a:gd name="connsiteX0" fmla="*/ 4638457 w 8738830"/>
              <a:gd name="connsiteY0" fmla="*/ 4895364 h 5344444"/>
              <a:gd name="connsiteX1" fmla="*/ 4638458 w 8738830"/>
              <a:gd name="connsiteY1" fmla="*/ 4895364 h 5344444"/>
              <a:gd name="connsiteX2" fmla="*/ 4638457 w 8738830"/>
              <a:gd name="connsiteY2" fmla="*/ 4895365 h 5344444"/>
              <a:gd name="connsiteX3" fmla="*/ 4638455 w 8738830"/>
              <a:gd name="connsiteY3" fmla="*/ 4895364 h 5344444"/>
              <a:gd name="connsiteX4" fmla="*/ 4638456 w 8738830"/>
              <a:gd name="connsiteY4" fmla="*/ 4895365 h 5344444"/>
              <a:gd name="connsiteX5" fmla="*/ 4638455 w 8738830"/>
              <a:gd name="connsiteY5" fmla="*/ 4895365 h 5344444"/>
              <a:gd name="connsiteX6" fmla="*/ 4651573 w 8738830"/>
              <a:gd name="connsiteY6" fmla="*/ 4891192 h 5344444"/>
              <a:gd name="connsiteX7" fmla="*/ 4638459 w 8738830"/>
              <a:gd name="connsiteY7" fmla="*/ 4895363 h 5344444"/>
              <a:gd name="connsiteX8" fmla="*/ 4653899 w 8738830"/>
              <a:gd name="connsiteY8" fmla="*/ 4891510 h 5344444"/>
              <a:gd name="connsiteX9" fmla="*/ 4644764 w 8738830"/>
              <a:gd name="connsiteY9" fmla="*/ 4890261 h 5344444"/>
              <a:gd name="connsiteX10" fmla="*/ 4638475 w 8738830"/>
              <a:gd name="connsiteY10" fmla="*/ 4895350 h 5344444"/>
              <a:gd name="connsiteX11" fmla="*/ 4645464 w 8738830"/>
              <a:gd name="connsiteY11" fmla="*/ 4890357 h 5344444"/>
              <a:gd name="connsiteX12" fmla="*/ 4639282 w 8738830"/>
              <a:gd name="connsiteY12" fmla="*/ 4889511 h 5344444"/>
              <a:gd name="connsiteX13" fmla="*/ 4638456 w 8738830"/>
              <a:gd name="connsiteY13" fmla="*/ 4895362 h 5344444"/>
              <a:gd name="connsiteX14" fmla="*/ 4639652 w 8738830"/>
              <a:gd name="connsiteY14" fmla="*/ 4889562 h 5344444"/>
              <a:gd name="connsiteX15" fmla="*/ 4633870 w 8738830"/>
              <a:gd name="connsiteY15" fmla="*/ 4888771 h 5344444"/>
              <a:gd name="connsiteX16" fmla="*/ 4638455 w 8738830"/>
              <a:gd name="connsiteY16" fmla="*/ 4895363 h 5344444"/>
              <a:gd name="connsiteX17" fmla="*/ 4634519 w 8738830"/>
              <a:gd name="connsiteY17" fmla="*/ 4888860 h 5344444"/>
              <a:gd name="connsiteX18" fmla="*/ 4627321 w 8738830"/>
              <a:gd name="connsiteY18" fmla="*/ 4887875 h 5344444"/>
              <a:gd name="connsiteX19" fmla="*/ 4638441 w 8738830"/>
              <a:gd name="connsiteY19" fmla="*/ 4895354 h 5344444"/>
              <a:gd name="connsiteX20" fmla="*/ 4629017 w 8738830"/>
              <a:gd name="connsiteY20" fmla="*/ 4888107 h 5344444"/>
              <a:gd name="connsiteX21" fmla="*/ 4621586 w 8738830"/>
              <a:gd name="connsiteY21" fmla="*/ 4882395 h 5344444"/>
              <a:gd name="connsiteX22" fmla="*/ 4619750 w 8738830"/>
              <a:gd name="connsiteY22" fmla="*/ 4882784 h 5344444"/>
              <a:gd name="connsiteX23" fmla="*/ 4620203 w 8738830"/>
              <a:gd name="connsiteY23" fmla="*/ 4883089 h 5344444"/>
              <a:gd name="connsiteX24" fmla="*/ 4622058 w 8738830"/>
              <a:gd name="connsiteY24" fmla="*/ 4882758 h 5344444"/>
              <a:gd name="connsiteX25" fmla="*/ 4629582 w 8738830"/>
              <a:gd name="connsiteY25" fmla="*/ 4880700 h 5344444"/>
              <a:gd name="connsiteX26" fmla="*/ 4628427 w 8738830"/>
              <a:gd name="connsiteY26" fmla="*/ 4880945 h 5344444"/>
              <a:gd name="connsiteX27" fmla="*/ 4628845 w 8738830"/>
              <a:gd name="connsiteY27" fmla="*/ 4881545 h 5344444"/>
              <a:gd name="connsiteX28" fmla="*/ 4629972 w 8738830"/>
              <a:gd name="connsiteY28" fmla="*/ 4881344 h 5344444"/>
              <a:gd name="connsiteX29" fmla="*/ 4635752 w 8738830"/>
              <a:gd name="connsiteY29" fmla="*/ 4879392 h 5344444"/>
              <a:gd name="connsiteX30" fmla="*/ 4634765 w 8738830"/>
              <a:gd name="connsiteY30" fmla="*/ 4879602 h 5344444"/>
              <a:gd name="connsiteX31" fmla="*/ 4634965 w 8738830"/>
              <a:gd name="connsiteY31" fmla="*/ 4880452 h 5344444"/>
              <a:gd name="connsiteX32" fmla="*/ 4635903 w 8738830"/>
              <a:gd name="connsiteY32" fmla="*/ 4880284 h 5344444"/>
              <a:gd name="connsiteX33" fmla="*/ 4617653 w 8738830"/>
              <a:gd name="connsiteY33" fmla="*/ 4879369 h 5344444"/>
              <a:gd name="connsiteX34" fmla="*/ 4616097 w 8738830"/>
              <a:gd name="connsiteY34" fmla="*/ 4880328 h 5344444"/>
              <a:gd name="connsiteX35" fmla="*/ 4616382 w 8738830"/>
              <a:gd name="connsiteY35" fmla="*/ 4880519 h 5344444"/>
              <a:gd name="connsiteX36" fmla="*/ 4617967 w 8738830"/>
              <a:gd name="connsiteY36" fmla="*/ 4879612 h 5344444"/>
              <a:gd name="connsiteX37" fmla="*/ 4642022 w 8738830"/>
              <a:gd name="connsiteY37" fmla="*/ 4878063 h 5344444"/>
              <a:gd name="connsiteX38" fmla="*/ 4640862 w 8738830"/>
              <a:gd name="connsiteY38" fmla="*/ 4878309 h 5344444"/>
              <a:gd name="connsiteX39" fmla="*/ 4640704 w 8738830"/>
              <a:gd name="connsiteY39" fmla="*/ 4879426 h 5344444"/>
              <a:gd name="connsiteX40" fmla="*/ 4641782 w 8738830"/>
              <a:gd name="connsiteY40" fmla="*/ 4879233 h 5344444"/>
              <a:gd name="connsiteX41" fmla="*/ 4614670 w 8738830"/>
              <a:gd name="connsiteY41" fmla="*/ 4877077 h 5344444"/>
              <a:gd name="connsiteX42" fmla="*/ 4613476 w 8738830"/>
              <a:gd name="connsiteY42" fmla="*/ 4878565 h 5344444"/>
              <a:gd name="connsiteX43" fmla="*/ 4613689 w 8738830"/>
              <a:gd name="connsiteY43" fmla="*/ 4878708 h 5344444"/>
              <a:gd name="connsiteX44" fmla="*/ 4614917 w 8738830"/>
              <a:gd name="connsiteY44" fmla="*/ 4877267 h 5344444"/>
              <a:gd name="connsiteX45" fmla="*/ 4651004 w 8738830"/>
              <a:gd name="connsiteY45" fmla="*/ 4876160 h 5344444"/>
              <a:gd name="connsiteX46" fmla="*/ 4649073 w 8738830"/>
              <a:gd name="connsiteY46" fmla="*/ 4876569 h 5344444"/>
              <a:gd name="connsiteX47" fmla="*/ 4648218 w 8738830"/>
              <a:gd name="connsiteY47" fmla="*/ 4878083 h 5344444"/>
              <a:gd name="connsiteX48" fmla="*/ 4649949 w 8738830"/>
              <a:gd name="connsiteY48" fmla="*/ 4877774 h 5344444"/>
              <a:gd name="connsiteX49" fmla="*/ 4611695 w 8738830"/>
              <a:gd name="connsiteY49" fmla="*/ 4874789 h 5344444"/>
              <a:gd name="connsiteX50" fmla="*/ 4610977 w 8738830"/>
              <a:gd name="connsiteY50" fmla="*/ 4876885 h 5344444"/>
              <a:gd name="connsiteX51" fmla="*/ 4611228 w 8738830"/>
              <a:gd name="connsiteY51" fmla="*/ 4877053 h 5344444"/>
              <a:gd name="connsiteX52" fmla="*/ 4611999 w 8738830"/>
              <a:gd name="connsiteY52" fmla="*/ 4875023 h 5344444"/>
              <a:gd name="connsiteX53" fmla="*/ 4625755 w 8738830"/>
              <a:gd name="connsiteY53" fmla="*/ 4874374 h 5344444"/>
              <a:gd name="connsiteX54" fmla="*/ 4624427 w 8738830"/>
              <a:gd name="connsiteY54" fmla="*/ 4875193 h 5344444"/>
              <a:gd name="connsiteX55" fmla="*/ 4624786 w 8738830"/>
              <a:gd name="connsiteY55" fmla="*/ 4875710 h 5344444"/>
              <a:gd name="connsiteX56" fmla="*/ 4626106 w 8738830"/>
              <a:gd name="connsiteY56" fmla="*/ 4874955 h 5344444"/>
              <a:gd name="connsiteX57" fmla="*/ 4607941 w 8738830"/>
              <a:gd name="connsiteY57" fmla="*/ 4871902 h 5344444"/>
              <a:gd name="connsiteX58" fmla="*/ 4607978 w 8738830"/>
              <a:gd name="connsiteY58" fmla="*/ 4874868 h 5344444"/>
              <a:gd name="connsiteX59" fmla="*/ 4608314 w 8738830"/>
              <a:gd name="connsiteY59" fmla="*/ 4875093 h 5344444"/>
              <a:gd name="connsiteX60" fmla="*/ 4608371 w 8738830"/>
              <a:gd name="connsiteY60" fmla="*/ 4872233 h 5344444"/>
              <a:gd name="connsiteX61" fmla="*/ 4671381 w 8738830"/>
              <a:gd name="connsiteY61" fmla="*/ 4871841 h 5344444"/>
              <a:gd name="connsiteX62" fmla="*/ 4666163 w 8738830"/>
              <a:gd name="connsiteY62" fmla="*/ 4872947 h 5344444"/>
              <a:gd name="connsiteX63" fmla="*/ 4663102 w 8738830"/>
              <a:gd name="connsiteY63" fmla="*/ 4875424 h 5344444"/>
              <a:gd name="connsiteX64" fmla="*/ 4667455 w 8738830"/>
              <a:gd name="connsiteY64" fmla="*/ 4874646 h 5344444"/>
              <a:gd name="connsiteX65" fmla="*/ 4634038 w 8738830"/>
              <a:gd name="connsiteY65" fmla="*/ 4869268 h 5344444"/>
              <a:gd name="connsiteX66" fmla="*/ 4632559 w 8738830"/>
              <a:gd name="connsiteY66" fmla="*/ 4870180 h 5344444"/>
              <a:gd name="connsiteX67" fmla="*/ 4632782 w 8738830"/>
              <a:gd name="connsiteY67" fmla="*/ 4871135 h 5344444"/>
              <a:gd name="connsiteX68" fmla="*/ 4634217 w 8738830"/>
              <a:gd name="connsiteY68" fmla="*/ 4870315 h 5344444"/>
              <a:gd name="connsiteX69" fmla="*/ 4621920 w 8738830"/>
              <a:gd name="connsiteY69" fmla="*/ 4868038 h 5344444"/>
              <a:gd name="connsiteX70" fmla="*/ 4620597 w 8738830"/>
              <a:gd name="connsiteY70" fmla="*/ 4869687 h 5344444"/>
              <a:gd name="connsiteX71" fmla="*/ 4620948 w 8738830"/>
              <a:gd name="connsiteY71" fmla="*/ 4870191 h 5344444"/>
              <a:gd name="connsiteX72" fmla="*/ 4622279 w 8738830"/>
              <a:gd name="connsiteY72" fmla="*/ 4868630 h 5344444"/>
              <a:gd name="connsiteX73" fmla="*/ 4601227 w 8738830"/>
              <a:gd name="connsiteY73" fmla="*/ 4866741 h 5344444"/>
              <a:gd name="connsiteX74" fmla="*/ 4603006 w 8738830"/>
              <a:gd name="connsiteY74" fmla="*/ 4871524 h 5344444"/>
              <a:gd name="connsiteX75" fmla="*/ 4603616 w 8738830"/>
              <a:gd name="connsiteY75" fmla="*/ 4871934 h 5344444"/>
              <a:gd name="connsiteX76" fmla="*/ 4602086 w 8738830"/>
              <a:gd name="connsiteY76" fmla="*/ 4867401 h 5344444"/>
              <a:gd name="connsiteX77" fmla="*/ 4645261 w 8738830"/>
              <a:gd name="connsiteY77" fmla="*/ 4862350 h 5344444"/>
              <a:gd name="connsiteX78" fmla="*/ 4642907 w 8738830"/>
              <a:gd name="connsiteY78" fmla="*/ 4863801 h 5344444"/>
              <a:gd name="connsiteX79" fmla="*/ 4642672 w 8738830"/>
              <a:gd name="connsiteY79" fmla="*/ 4865477 h 5344444"/>
              <a:gd name="connsiteX80" fmla="*/ 4644877 w 8738830"/>
              <a:gd name="connsiteY80" fmla="*/ 4864215 h 5344444"/>
              <a:gd name="connsiteX81" fmla="*/ 4616867 w 8738830"/>
              <a:gd name="connsiteY81" fmla="*/ 4859688 h 5344444"/>
              <a:gd name="connsiteX82" fmla="*/ 4615803 w 8738830"/>
              <a:gd name="connsiteY82" fmla="*/ 4862794 h 5344444"/>
              <a:gd name="connsiteX83" fmla="*/ 4616349 w 8738830"/>
              <a:gd name="connsiteY83" fmla="*/ 4863577 h 5344444"/>
              <a:gd name="connsiteX84" fmla="*/ 4617458 w 8738830"/>
              <a:gd name="connsiteY84" fmla="*/ 4860661 h 5344444"/>
              <a:gd name="connsiteX85" fmla="*/ 4631755 w 8738830"/>
              <a:gd name="connsiteY85" fmla="*/ 4855778 h 5344444"/>
              <a:gd name="connsiteX86" fmla="*/ 4629767 w 8738830"/>
              <a:gd name="connsiteY86" fmla="*/ 4858256 h 5344444"/>
              <a:gd name="connsiteX87" fmla="*/ 4630059 w 8738830"/>
              <a:gd name="connsiteY87" fmla="*/ 4859502 h 5344444"/>
              <a:gd name="connsiteX88" fmla="*/ 4632000 w 8738830"/>
              <a:gd name="connsiteY88" fmla="*/ 4857225 h 5344444"/>
              <a:gd name="connsiteX89" fmla="*/ 4576543 w 8738830"/>
              <a:gd name="connsiteY89" fmla="*/ 4847762 h 5344444"/>
              <a:gd name="connsiteX90" fmla="*/ 4588129 w 8738830"/>
              <a:gd name="connsiteY90" fmla="*/ 4861518 h 5344444"/>
              <a:gd name="connsiteX91" fmla="*/ 4590632 w 8738830"/>
              <a:gd name="connsiteY91" fmla="*/ 4863202 h 5344444"/>
              <a:gd name="connsiteX92" fmla="*/ 4581275 w 8738830"/>
              <a:gd name="connsiteY92" fmla="*/ 4851399 h 5344444"/>
              <a:gd name="connsiteX93" fmla="*/ 4669981 w 8738830"/>
              <a:gd name="connsiteY93" fmla="*/ 4847111 h 5344444"/>
              <a:gd name="connsiteX94" fmla="*/ 4663432 w 8738830"/>
              <a:gd name="connsiteY94" fmla="*/ 4851149 h 5344444"/>
              <a:gd name="connsiteX95" fmla="*/ 4661387 w 8738830"/>
              <a:gd name="connsiteY95" fmla="*/ 4854768 h 5344444"/>
              <a:gd name="connsiteX96" fmla="*/ 4667124 w 8738830"/>
              <a:gd name="connsiteY96" fmla="*/ 4851485 h 5344444"/>
              <a:gd name="connsiteX97" fmla="*/ 4607581 w 8738830"/>
              <a:gd name="connsiteY97" fmla="*/ 4844339 h 5344444"/>
              <a:gd name="connsiteX98" fmla="*/ 4607668 w 8738830"/>
              <a:gd name="connsiteY98" fmla="*/ 4851096 h 5344444"/>
              <a:gd name="connsiteX99" fmla="*/ 4608759 w 8738830"/>
              <a:gd name="connsiteY99" fmla="*/ 4852664 h 5344444"/>
              <a:gd name="connsiteX100" fmla="*/ 4608882 w 8738830"/>
              <a:gd name="connsiteY100" fmla="*/ 4846489 h 5344444"/>
              <a:gd name="connsiteX101" fmla="*/ 4651755 w 8738830"/>
              <a:gd name="connsiteY101" fmla="*/ 4830845 h 5344444"/>
              <a:gd name="connsiteX102" fmla="*/ 4646659 w 8738830"/>
              <a:gd name="connsiteY102" fmla="*/ 4837198 h 5344444"/>
              <a:gd name="connsiteX103" fmla="*/ 4646181 w 8738830"/>
              <a:gd name="connsiteY103" fmla="*/ 4840588 h 5344444"/>
              <a:gd name="connsiteX104" fmla="*/ 4650884 w 8738830"/>
              <a:gd name="connsiteY104" fmla="*/ 4835070 h 5344444"/>
              <a:gd name="connsiteX105" fmla="*/ 4627274 w 8738830"/>
              <a:gd name="connsiteY105" fmla="*/ 4829305 h 5344444"/>
              <a:gd name="connsiteX106" fmla="*/ 4624728 w 8738830"/>
              <a:gd name="connsiteY106" fmla="*/ 4836737 h 5344444"/>
              <a:gd name="connsiteX107" fmla="*/ 4625422 w 8738830"/>
              <a:gd name="connsiteY107" fmla="*/ 4839699 h 5344444"/>
              <a:gd name="connsiteX108" fmla="*/ 4627920 w 8738830"/>
              <a:gd name="connsiteY108" fmla="*/ 4833125 h 5344444"/>
              <a:gd name="connsiteX109" fmla="*/ 5078723 w 8738830"/>
              <a:gd name="connsiteY109" fmla="*/ 4785504 h 5344444"/>
              <a:gd name="connsiteX110" fmla="*/ 4794390 w 8738830"/>
              <a:gd name="connsiteY110" fmla="*/ 4845769 h 5344444"/>
              <a:gd name="connsiteX111" fmla="*/ 4749938 w 8738830"/>
              <a:gd name="connsiteY111" fmla="*/ 4859907 h 5344444"/>
              <a:gd name="connsiteX112" fmla="*/ 4857770 w 8738830"/>
              <a:gd name="connsiteY112" fmla="*/ 4840638 h 5344444"/>
              <a:gd name="connsiteX113" fmla="*/ 4569446 w 8738830"/>
              <a:gd name="connsiteY113" fmla="*/ 4781317 h 5344444"/>
              <a:gd name="connsiteX114" fmla="*/ 4581301 w 8738830"/>
              <a:gd name="connsiteY114" fmla="*/ 4813183 h 5344444"/>
              <a:gd name="connsiteX115" fmla="*/ 4586110 w 8738830"/>
              <a:gd name="connsiteY115" fmla="*/ 4820096 h 5344444"/>
              <a:gd name="connsiteX116" fmla="*/ 4577518 w 8738830"/>
              <a:gd name="connsiteY116" fmla="*/ 4794656 h 5344444"/>
              <a:gd name="connsiteX117" fmla="*/ 3851511 w 8738830"/>
              <a:gd name="connsiteY117" fmla="*/ 4722193 h 5344444"/>
              <a:gd name="connsiteX118" fmla="*/ 4519975 w 8738830"/>
              <a:gd name="connsiteY118" fmla="*/ 4869292 h 5344444"/>
              <a:gd name="connsiteX119" fmla="*/ 4595099 w 8738830"/>
              <a:gd name="connsiteY119" fmla="*/ 4882894 h 5344444"/>
              <a:gd name="connsiteX120" fmla="*/ 4588864 w 8738830"/>
              <a:gd name="connsiteY120" fmla="*/ 4881101 h 5344444"/>
              <a:gd name="connsiteX121" fmla="*/ 4605724 w 8738830"/>
              <a:gd name="connsiteY121" fmla="*/ 4701995 h 5344444"/>
              <a:gd name="connsiteX122" fmla="*/ 4606464 w 8738830"/>
              <a:gd name="connsiteY122" fmla="*/ 4758730 h 5344444"/>
              <a:gd name="connsiteX123" fmla="*/ 4610297 w 8738830"/>
              <a:gd name="connsiteY123" fmla="*/ 4775097 h 5344444"/>
              <a:gd name="connsiteX124" fmla="*/ 4611115 w 8738830"/>
              <a:gd name="connsiteY124" fmla="*/ 4733837 h 5344444"/>
              <a:gd name="connsiteX125" fmla="*/ 4932562 w 8738830"/>
              <a:gd name="connsiteY125" fmla="*/ 4685241 h 5344444"/>
              <a:gd name="connsiteX126" fmla="*/ 4788037 w 8738830"/>
              <a:gd name="connsiteY126" fmla="*/ 4774334 h 5344444"/>
              <a:gd name="connsiteX127" fmla="*/ 4754423 w 8738830"/>
              <a:gd name="connsiteY127" fmla="*/ 4801533 h 5344444"/>
              <a:gd name="connsiteX128" fmla="*/ 4831604 w 8738830"/>
              <a:gd name="connsiteY128" fmla="*/ 4757370 h 5344444"/>
              <a:gd name="connsiteX129" fmla="*/ 4689554 w 8738830"/>
              <a:gd name="connsiteY129" fmla="*/ 4647468 h 5344444"/>
              <a:gd name="connsiteX130" fmla="*/ 4662120 w 8738830"/>
              <a:gd name="connsiteY130" fmla="*/ 4727567 h 5344444"/>
              <a:gd name="connsiteX131" fmla="*/ 4658631 w 8738830"/>
              <a:gd name="connsiteY131" fmla="*/ 4752310 h 5344444"/>
              <a:gd name="connsiteX132" fmla="*/ 4678985 w 8738830"/>
              <a:gd name="connsiteY132" fmla="*/ 4698749 h 5344444"/>
              <a:gd name="connsiteX133" fmla="*/ 4807233 w 8738830"/>
              <a:gd name="connsiteY133" fmla="*/ 4637023 h 5344444"/>
              <a:gd name="connsiteX134" fmla="*/ 4729988 w 8738830"/>
              <a:gd name="connsiteY134" fmla="*/ 4733318 h 5344444"/>
              <a:gd name="connsiteX135" fmla="*/ 4715010 w 8738830"/>
              <a:gd name="connsiteY135" fmla="*/ 4759836 h 5344444"/>
              <a:gd name="connsiteX136" fmla="*/ 4766349 w 8738830"/>
              <a:gd name="connsiteY136" fmla="*/ 4699603 h 5344444"/>
              <a:gd name="connsiteX137" fmla="*/ 3768619 w 8738830"/>
              <a:gd name="connsiteY137" fmla="*/ 0 h 5344444"/>
              <a:gd name="connsiteX138" fmla="*/ 4559565 w 8738830"/>
              <a:gd name="connsiteY138" fmla="*/ 1163155 h 5344444"/>
              <a:gd name="connsiteX139" fmla="*/ 4570350 w 8738830"/>
              <a:gd name="connsiteY139" fmla="*/ 1990012 h 5344444"/>
              <a:gd name="connsiteX140" fmla="*/ 4597999 w 8738830"/>
              <a:gd name="connsiteY140" fmla="*/ 1925780 h 5344444"/>
              <a:gd name="connsiteX141" fmla="*/ 4663951 w 8738830"/>
              <a:gd name="connsiteY141" fmla="*/ 2068297 h 5344444"/>
              <a:gd name="connsiteX142" fmla="*/ 4666776 w 8738830"/>
              <a:gd name="connsiteY142" fmla="*/ 1925779 h 5344444"/>
              <a:gd name="connsiteX143" fmla="*/ 5291846 w 8738830"/>
              <a:gd name="connsiteY143" fmla="*/ 1007393 h 5344444"/>
              <a:gd name="connsiteX144" fmla="*/ 5564935 w 8738830"/>
              <a:gd name="connsiteY144" fmla="*/ 2091655 h 5344444"/>
              <a:gd name="connsiteX145" fmla="*/ 5488721 w 8738830"/>
              <a:gd name="connsiteY145" fmla="*/ 2314173 h 5344444"/>
              <a:gd name="connsiteX146" fmla="*/ 5644532 w 8738830"/>
              <a:gd name="connsiteY146" fmla="*/ 2157832 h 5344444"/>
              <a:gd name="connsiteX147" fmla="*/ 5799589 w 8738830"/>
              <a:gd name="connsiteY147" fmla="*/ 1749789 h 5344444"/>
              <a:gd name="connsiteX148" fmla="*/ 6825188 w 8738830"/>
              <a:gd name="connsiteY148" fmla="*/ 997279 h 5344444"/>
              <a:gd name="connsiteX149" fmla="*/ 6707861 w 8738830"/>
              <a:gd name="connsiteY149" fmla="*/ 2267646 h 5344444"/>
              <a:gd name="connsiteX150" fmla="*/ 6226092 w 8738830"/>
              <a:gd name="connsiteY150" fmla="*/ 2868232 h 5344444"/>
              <a:gd name="connsiteX151" fmla="*/ 6386947 w 8738830"/>
              <a:gd name="connsiteY151" fmla="*/ 2798258 h 5344444"/>
              <a:gd name="connsiteX152" fmla="*/ 6815073 w 8738830"/>
              <a:gd name="connsiteY152" fmla="*/ 2295965 h 5344444"/>
              <a:gd name="connsiteX153" fmla="*/ 8055097 w 8738830"/>
              <a:gd name="connsiteY153" fmla="*/ 1933870 h 5344444"/>
              <a:gd name="connsiteX154" fmla="*/ 7508920 w 8738830"/>
              <a:gd name="connsiteY154" fmla="*/ 3097025 h 5344444"/>
              <a:gd name="connsiteX155" fmla="*/ 6699016 w 8738830"/>
              <a:gd name="connsiteY155" fmla="*/ 3596297 h 5344444"/>
              <a:gd name="connsiteX156" fmla="*/ 7294495 w 8738830"/>
              <a:gd name="connsiteY156" fmla="*/ 3576448 h 5344444"/>
              <a:gd name="connsiteX157" fmla="*/ 7259494 w 8738830"/>
              <a:gd name="connsiteY157" fmla="*/ 3618423 h 5344444"/>
              <a:gd name="connsiteX158" fmla="*/ 7840672 w 8738830"/>
              <a:gd name="connsiteY158" fmla="*/ 3653318 h 5344444"/>
              <a:gd name="connsiteX159" fmla="*/ 7146825 w 8738830"/>
              <a:gd name="connsiteY159" fmla="*/ 4347165 h 5344444"/>
              <a:gd name="connsiteX160" fmla="*/ 6907983 w 8738830"/>
              <a:gd name="connsiteY160" fmla="*/ 4397788 h 5344444"/>
              <a:gd name="connsiteX161" fmla="*/ 7050506 w 8738830"/>
              <a:gd name="connsiteY161" fmla="*/ 4448819 h 5344444"/>
              <a:gd name="connsiteX162" fmla="*/ 7664682 w 8738830"/>
              <a:gd name="connsiteY162" fmla="*/ 4339072 h 5344444"/>
              <a:gd name="connsiteX163" fmla="*/ 8738830 w 8738830"/>
              <a:gd name="connsiteY163" fmla="*/ 4798266 h 5344444"/>
              <a:gd name="connsiteX164" fmla="*/ 7684911 w 8738830"/>
              <a:gd name="connsiteY164" fmla="*/ 5306008 h 5344444"/>
              <a:gd name="connsiteX165" fmla="*/ 4728247 w 8738830"/>
              <a:gd name="connsiteY165" fmla="*/ 4901678 h 5344444"/>
              <a:gd name="connsiteX166" fmla="*/ 4638458 w 8738830"/>
              <a:gd name="connsiteY166" fmla="*/ 4895364 h 5344444"/>
              <a:gd name="connsiteX167" fmla="*/ 4638458 w 8738830"/>
              <a:gd name="connsiteY167" fmla="*/ 4895363 h 5344444"/>
              <a:gd name="connsiteX168" fmla="*/ 4638456 w 8738830"/>
              <a:gd name="connsiteY168" fmla="*/ 4895364 h 5344444"/>
              <a:gd name="connsiteX169" fmla="*/ 4638455 w 8738830"/>
              <a:gd name="connsiteY169" fmla="*/ 4895364 h 5344444"/>
              <a:gd name="connsiteX170" fmla="*/ 4638456 w 8738830"/>
              <a:gd name="connsiteY170" fmla="*/ 4895363 h 5344444"/>
              <a:gd name="connsiteX171" fmla="*/ 4638459 w 8738830"/>
              <a:gd name="connsiteY171" fmla="*/ 4895362 h 5344444"/>
              <a:gd name="connsiteX172" fmla="*/ 4642035 w 8738830"/>
              <a:gd name="connsiteY172" fmla="*/ 4889888 h 5344444"/>
              <a:gd name="connsiteX173" fmla="*/ 4641584 w 8738830"/>
              <a:gd name="connsiteY173" fmla="*/ 4889826 h 5344444"/>
              <a:gd name="connsiteX174" fmla="*/ 4638456 w 8738830"/>
              <a:gd name="connsiteY174" fmla="*/ 4895363 h 5344444"/>
              <a:gd name="connsiteX175" fmla="*/ 4637422 w 8738830"/>
              <a:gd name="connsiteY175" fmla="*/ 4889257 h 5344444"/>
              <a:gd name="connsiteX176" fmla="*/ 4637012 w 8738830"/>
              <a:gd name="connsiteY176" fmla="*/ 4889201 h 5344444"/>
              <a:gd name="connsiteX177" fmla="*/ 4638455 w 8738830"/>
              <a:gd name="connsiteY177" fmla="*/ 4895364 h 5344444"/>
              <a:gd name="connsiteX178" fmla="*/ 4638455 w 8738830"/>
              <a:gd name="connsiteY178" fmla="*/ 4895364 h 5344444"/>
              <a:gd name="connsiteX179" fmla="*/ 4638455 w 8738830"/>
              <a:gd name="connsiteY179" fmla="*/ 4895365 h 5344444"/>
              <a:gd name="connsiteX180" fmla="*/ 4638452 w 8738830"/>
              <a:gd name="connsiteY180" fmla="*/ 4895363 h 5344444"/>
              <a:gd name="connsiteX181" fmla="*/ 4604825 w 8738830"/>
              <a:gd name="connsiteY181" fmla="*/ 4885691 h 5344444"/>
              <a:gd name="connsiteX182" fmla="*/ 4598406 w 8738830"/>
              <a:gd name="connsiteY182" fmla="*/ 4886552 h 5344444"/>
              <a:gd name="connsiteX183" fmla="*/ 4638455 w 8738830"/>
              <a:gd name="connsiteY183" fmla="*/ 4895365 h 5344444"/>
              <a:gd name="connsiteX184" fmla="*/ 4258165 w 8738830"/>
              <a:gd name="connsiteY184" fmla="*/ 4932145 h 5344444"/>
              <a:gd name="connsiteX185" fmla="*/ 1181361 w 8738830"/>
              <a:gd name="connsiteY185" fmla="*/ 5344444 h 5344444"/>
              <a:gd name="connsiteX186" fmla="*/ 0 w 8738830"/>
              <a:gd name="connsiteY186" fmla="*/ 4778038 h 5344444"/>
              <a:gd name="connsiteX187" fmla="*/ 1211704 w 8738830"/>
              <a:gd name="connsiteY187" fmla="*/ 4270295 h 5344444"/>
              <a:gd name="connsiteX188" fmla="*/ 2318793 w 8738830"/>
              <a:gd name="connsiteY188" fmla="*/ 4470745 h 5344444"/>
              <a:gd name="connsiteX189" fmla="*/ 2449349 w 8738830"/>
              <a:gd name="connsiteY189" fmla="*/ 4420011 h 5344444"/>
              <a:gd name="connsiteX190" fmla="*/ 1660781 w 8738830"/>
              <a:gd name="connsiteY190" fmla="*/ 4250065 h 5344444"/>
              <a:gd name="connsiteX191" fmla="*/ 849608 w 8738830"/>
              <a:gd name="connsiteY191" fmla="*/ 3438891 h 5344444"/>
              <a:gd name="connsiteX192" fmla="*/ 1992534 w 8738830"/>
              <a:gd name="connsiteY192" fmla="*/ 3370113 h 5344444"/>
              <a:gd name="connsiteX193" fmla="*/ 2476181 w 8738830"/>
              <a:gd name="connsiteY193" fmla="*/ 3650277 h 5344444"/>
              <a:gd name="connsiteX194" fmla="*/ 2623488 w 8738830"/>
              <a:gd name="connsiteY194" fmla="*/ 3651697 h 5344444"/>
              <a:gd name="connsiteX195" fmla="*/ 2186730 w 8738830"/>
              <a:gd name="connsiteY195" fmla="*/ 3380228 h 5344444"/>
              <a:gd name="connsiteX196" fmla="*/ 1737652 w 8738830"/>
              <a:gd name="connsiteY196" fmla="*/ 2403178 h 5344444"/>
              <a:gd name="connsiteX197" fmla="*/ 2773363 w 8738830"/>
              <a:gd name="connsiteY197" fmla="*/ 2706610 h 5344444"/>
              <a:gd name="connsiteX198" fmla="*/ 2922896 w 8738830"/>
              <a:gd name="connsiteY198" fmla="*/ 2884169 h 5344444"/>
              <a:gd name="connsiteX199" fmla="*/ 3069757 w 8738830"/>
              <a:gd name="connsiteY199" fmla="*/ 2945044 h 5344444"/>
              <a:gd name="connsiteX200" fmla="*/ 2850232 w 8738830"/>
              <a:gd name="connsiteY200" fmla="*/ 2668175 h 5344444"/>
              <a:gd name="connsiteX201" fmla="*/ 2753134 w 8738830"/>
              <a:gd name="connsiteY201" fmla="*/ 1602118 h 5344444"/>
              <a:gd name="connsiteX202" fmla="*/ 3515453 w 8738830"/>
              <a:gd name="connsiteY202" fmla="*/ 2158788 h 5344444"/>
              <a:gd name="connsiteX203" fmla="*/ 3515759 w 8738830"/>
              <a:gd name="connsiteY203" fmla="*/ 2150319 h 5344444"/>
              <a:gd name="connsiteX204" fmla="*/ 3557697 w 8738830"/>
              <a:gd name="connsiteY204" fmla="*/ 2189636 h 5344444"/>
              <a:gd name="connsiteX205" fmla="*/ 3622972 w 8738830"/>
              <a:gd name="connsiteY205" fmla="*/ 2237301 h 5344444"/>
              <a:gd name="connsiteX206" fmla="*/ 3630702 w 8738830"/>
              <a:gd name="connsiteY206" fmla="*/ 2258077 h 5344444"/>
              <a:gd name="connsiteX207" fmla="*/ 3762604 w 8738830"/>
              <a:gd name="connsiteY207" fmla="*/ 2381735 h 5344444"/>
              <a:gd name="connsiteX208" fmla="*/ 3416638 w 8738830"/>
              <a:gd name="connsiteY208" fmla="*/ 1357351 h 5344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8738830" h="5344444">
                <a:moveTo>
                  <a:pt x="4638457" y="4895364"/>
                </a:moveTo>
                <a:lnTo>
                  <a:pt x="4638458" y="4895364"/>
                </a:lnTo>
                <a:lnTo>
                  <a:pt x="4638457" y="4895365"/>
                </a:lnTo>
                <a:close/>
                <a:moveTo>
                  <a:pt x="4638455" y="4895364"/>
                </a:moveTo>
                <a:lnTo>
                  <a:pt x="4638456" y="4895365"/>
                </a:lnTo>
                <a:lnTo>
                  <a:pt x="4638455" y="4895365"/>
                </a:lnTo>
                <a:close/>
                <a:moveTo>
                  <a:pt x="4651573" y="4891192"/>
                </a:moveTo>
                <a:lnTo>
                  <a:pt x="4638459" y="4895363"/>
                </a:lnTo>
                <a:lnTo>
                  <a:pt x="4653899" y="4891510"/>
                </a:lnTo>
                <a:close/>
                <a:moveTo>
                  <a:pt x="4644764" y="4890261"/>
                </a:moveTo>
                <a:lnTo>
                  <a:pt x="4638475" y="4895350"/>
                </a:lnTo>
                <a:lnTo>
                  <a:pt x="4645464" y="4890357"/>
                </a:lnTo>
                <a:close/>
                <a:moveTo>
                  <a:pt x="4639282" y="4889511"/>
                </a:moveTo>
                <a:lnTo>
                  <a:pt x="4638456" y="4895362"/>
                </a:lnTo>
                <a:lnTo>
                  <a:pt x="4639652" y="4889562"/>
                </a:lnTo>
                <a:close/>
                <a:moveTo>
                  <a:pt x="4633870" y="4888771"/>
                </a:moveTo>
                <a:lnTo>
                  <a:pt x="4638455" y="4895363"/>
                </a:lnTo>
                <a:lnTo>
                  <a:pt x="4634519" y="4888860"/>
                </a:lnTo>
                <a:close/>
                <a:moveTo>
                  <a:pt x="4627321" y="4887875"/>
                </a:moveTo>
                <a:lnTo>
                  <a:pt x="4638441" y="4895354"/>
                </a:lnTo>
                <a:lnTo>
                  <a:pt x="4629017" y="4888107"/>
                </a:lnTo>
                <a:close/>
                <a:moveTo>
                  <a:pt x="4621586" y="4882395"/>
                </a:moveTo>
                <a:lnTo>
                  <a:pt x="4619750" y="4882784"/>
                </a:lnTo>
                <a:lnTo>
                  <a:pt x="4620203" y="4883089"/>
                </a:lnTo>
                <a:lnTo>
                  <a:pt x="4622058" y="4882758"/>
                </a:lnTo>
                <a:close/>
                <a:moveTo>
                  <a:pt x="4629582" y="4880700"/>
                </a:moveTo>
                <a:lnTo>
                  <a:pt x="4628427" y="4880945"/>
                </a:lnTo>
                <a:lnTo>
                  <a:pt x="4628845" y="4881545"/>
                </a:lnTo>
                <a:lnTo>
                  <a:pt x="4629972" y="4881344"/>
                </a:lnTo>
                <a:close/>
                <a:moveTo>
                  <a:pt x="4635752" y="4879392"/>
                </a:moveTo>
                <a:lnTo>
                  <a:pt x="4634765" y="4879602"/>
                </a:lnTo>
                <a:lnTo>
                  <a:pt x="4634965" y="4880452"/>
                </a:lnTo>
                <a:lnTo>
                  <a:pt x="4635903" y="4880284"/>
                </a:lnTo>
                <a:close/>
                <a:moveTo>
                  <a:pt x="4617653" y="4879369"/>
                </a:moveTo>
                <a:lnTo>
                  <a:pt x="4616097" y="4880328"/>
                </a:lnTo>
                <a:lnTo>
                  <a:pt x="4616382" y="4880519"/>
                </a:lnTo>
                <a:lnTo>
                  <a:pt x="4617967" y="4879612"/>
                </a:lnTo>
                <a:close/>
                <a:moveTo>
                  <a:pt x="4642022" y="4878063"/>
                </a:moveTo>
                <a:lnTo>
                  <a:pt x="4640862" y="4878309"/>
                </a:lnTo>
                <a:lnTo>
                  <a:pt x="4640704" y="4879426"/>
                </a:lnTo>
                <a:lnTo>
                  <a:pt x="4641782" y="4879233"/>
                </a:lnTo>
                <a:close/>
                <a:moveTo>
                  <a:pt x="4614670" y="4877077"/>
                </a:moveTo>
                <a:lnTo>
                  <a:pt x="4613476" y="4878565"/>
                </a:lnTo>
                <a:lnTo>
                  <a:pt x="4613689" y="4878708"/>
                </a:lnTo>
                <a:lnTo>
                  <a:pt x="4614917" y="4877267"/>
                </a:lnTo>
                <a:close/>
                <a:moveTo>
                  <a:pt x="4651004" y="4876160"/>
                </a:moveTo>
                <a:lnTo>
                  <a:pt x="4649073" y="4876569"/>
                </a:lnTo>
                <a:lnTo>
                  <a:pt x="4648218" y="4878083"/>
                </a:lnTo>
                <a:lnTo>
                  <a:pt x="4649949" y="4877774"/>
                </a:lnTo>
                <a:close/>
                <a:moveTo>
                  <a:pt x="4611695" y="4874789"/>
                </a:moveTo>
                <a:lnTo>
                  <a:pt x="4610977" y="4876885"/>
                </a:lnTo>
                <a:lnTo>
                  <a:pt x="4611228" y="4877053"/>
                </a:lnTo>
                <a:lnTo>
                  <a:pt x="4611999" y="4875023"/>
                </a:lnTo>
                <a:close/>
                <a:moveTo>
                  <a:pt x="4625755" y="4874374"/>
                </a:moveTo>
                <a:lnTo>
                  <a:pt x="4624427" y="4875193"/>
                </a:lnTo>
                <a:lnTo>
                  <a:pt x="4624786" y="4875710"/>
                </a:lnTo>
                <a:lnTo>
                  <a:pt x="4626106" y="4874955"/>
                </a:lnTo>
                <a:close/>
                <a:moveTo>
                  <a:pt x="4607941" y="4871902"/>
                </a:moveTo>
                <a:lnTo>
                  <a:pt x="4607978" y="4874868"/>
                </a:lnTo>
                <a:lnTo>
                  <a:pt x="4608314" y="4875093"/>
                </a:lnTo>
                <a:lnTo>
                  <a:pt x="4608371" y="4872233"/>
                </a:lnTo>
                <a:close/>
                <a:moveTo>
                  <a:pt x="4671381" y="4871841"/>
                </a:moveTo>
                <a:lnTo>
                  <a:pt x="4666163" y="4872947"/>
                </a:lnTo>
                <a:lnTo>
                  <a:pt x="4663102" y="4875424"/>
                </a:lnTo>
                <a:lnTo>
                  <a:pt x="4667455" y="4874646"/>
                </a:lnTo>
                <a:close/>
                <a:moveTo>
                  <a:pt x="4634038" y="4869268"/>
                </a:moveTo>
                <a:lnTo>
                  <a:pt x="4632559" y="4870180"/>
                </a:lnTo>
                <a:lnTo>
                  <a:pt x="4632782" y="4871135"/>
                </a:lnTo>
                <a:lnTo>
                  <a:pt x="4634217" y="4870315"/>
                </a:lnTo>
                <a:close/>
                <a:moveTo>
                  <a:pt x="4621920" y="4868038"/>
                </a:moveTo>
                <a:lnTo>
                  <a:pt x="4620597" y="4869687"/>
                </a:lnTo>
                <a:lnTo>
                  <a:pt x="4620948" y="4870191"/>
                </a:lnTo>
                <a:lnTo>
                  <a:pt x="4622279" y="4868630"/>
                </a:lnTo>
                <a:close/>
                <a:moveTo>
                  <a:pt x="4601227" y="4866741"/>
                </a:moveTo>
                <a:lnTo>
                  <a:pt x="4603006" y="4871524"/>
                </a:lnTo>
                <a:lnTo>
                  <a:pt x="4603616" y="4871934"/>
                </a:lnTo>
                <a:lnTo>
                  <a:pt x="4602086" y="4867401"/>
                </a:lnTo>
                <a:close/>
                <a:moveTo>
                  <a:pt x="4645261" y="4862350"/>
                </a:moveTo>
                <a:lnTo>
                  <a:pt x="4642907" y="4863801"/>
                </a:lnTo>
                <a:lnTo>
                  <a:pt x="4642672" y="4865477"/>
                </a:lnTo>
                <a:lnTo>
                  <a:pt x="4644877" y="4864215"/>
                </a:lnTo>
                <a:close/>
                <a:moveTo>
                  <a:pt x="4616867" y="4859688"/>
                </a:moveTo>
                <a:lnTo>
                  <a:pt x="4615803" y="4862794"/>
                </a:lnTo>
                <a:lnTo>
                  <a:pt x="4616349" y="4863577"/>
                </a:lnTo>
                <a:lnTo>
                  <a:pt x="4617458" y="4860661"/>
                </a:lnTo>
                <a:close/>
                <a:moveTo>
                  <a:pt x="4631755" y="4855778"/>
                </a:moveTo>
                <a:lnTo>
                  <a:pt x="4629767" y="4858256"/>
                </a:lnTo>
                <a:lnTo>
                  <a:pt x="4630059" y="4859502"/>
                </a:lnTo>
                <a:lnTo>
                  <a:pt x="4632000" y="4857225"/>
                </a:lnTo>
                <a:close/>
                <a:moveTo>
                  <a:pt x="4576543" y="4847762"/>
                </a:moveTo>
                <a:lnTo>
                  <a:pt x="4588129" y="4861518"/>
                </a:lnTo>
                <a:lnTo>
                  <a:pt x="4590632" y="4863202"/>
                </a:lnTo>
                <a:lnTo>
                  <a:pt x="4581275" y="4851399"/>
                </a:lnTo>
                <a:close/>
                <a:moveTo>
                  <a:pt x="4669981" y="4847111"/>
                </a:moveTo>
                <a:lnTo>
                  <a:pt x="4663432" y="4851149"/>
                </a:lnTo>
                <a:lnTo>
                  <a:pt x="4661387" y="4854768"/>
                </a:lnTo>
                <a:lnTo>
                  <a:pt x="4667124" y="4851485"/>
                </a:lnTo>
                <a:close/>
                <a:moveTo>
                  <a:pt x="4607581" y="4844339"/>
                </a:moveTo>
                <a:lnTo>
                  <a:pt x="4607668" y="4851096"/>
                </a:lnTo>
                <a:lnTo>
                  <a:pt x="4608759" y="4852664"/>
                </a:lnTo>
                <a:lnTo>
                  <a:pt x="4608882" y="4846489"/>
                </a:lnTo>
                <a:close/>
                <a:moveTo>
                  <a:pt x="4651755" y="4830845"/>
                </a:moveTo>
                <a:lnTo>
                  <a:pt x="4646659" y="4837198"/>
                </a:lnTo>
                <a:lnTo>
                  <a:pt x="4646181" y="4840588"/>
                </a:lnTo>
                <a:lnTo>
                  <a:pt x="4650884" y="4835070"/>
                </a:lnTo>
                <a:close/>
                <a:moveTo>
                  <a:pt x="4627274" y="4829305"/>
                </a:moveTo>
                <a:lnTo>
                  <a:pt x="4624728" y="4836737"/>
                </a:lnTo>
                <a:lnTo>
                  <a:pt x="4625422" y="4839699"/>
                </a:lnTo>
                <a:lnTo>
                  <a:pt x="4627920" y="4833125"/>
                </a:lnTo>
                <a:close/>
                <a:moveTo>
                  <a:pt x="5078723" y="4785504"/>
                </a:moveTo>
                <a:lnTo>
                  <a:pt x="4794390" y="4845769"/>
                </a:lnTo>
                <a:lnTo>
                  <a:pt x="4749938" y="4859907"/>
                </a:lnTo>
                <a:lnTo>
                  <a:pt x="4857770" y="4840638"/>
                </a:lnTo>
                <a:close/>
                <a:moveTo>
                  <a:pt x="4569446" y="4781317"/>
                </a:moveTo>
                <a:lnTo>
                  <a:pt x="4581301" y="4813183"/>
                </a:lnTo>
                <a:lnTo>
                  <a:pt x="4586110" y="4820096"/>
                </a:lnTo>
                <a:lnTo>
                  <a:pt x="4577518" y="4794656"/>
                </a:lnTo>
                <a:close/>
                <a:moveTo>
                  <a:pt x="3851511" y="4722193"/>
                </a:moveTo>
                <a:lnTo>
                  <a:pt x="4519975" y="4869292"/>
                </a:lnTo>
                <a:lnTo>
                  <a:pt x="4595099" y="4882894"/>
                </a:lnTo>
                <a:lnTo>
                  <a:pt x="4588864" y="4881101"/>
                </a:lnTo>
                <a:close/>
                <a:moveTo>
                  <a:pt x="4605724" y="4701995"/>
                </a:moveTo>
                <a:lnTo>
                  <a:pt x="4606464" y="4758730"/>
                </a:lnTo>
                <a:lnTo>
                  <a:pt x="4610297" y="4775097"/>
                </a:lnTo>
                <a:lnTo>
                  <a:pt x="4611115" y="4733837"/>
                </a:lnTo>
                <a:close/>
                <a:moveTo>
                  <a:pt x="4932562" y="4685241"/>
                </a:moveTo>
                <a:lnTo>
                  <a:pt x="4788037" y="4774334"/>
                </a:lnTo>
                <a:lnTo>
                  <a:pt x="4754423" y="4801533"/>
                </a:lnTo>
                <a:lnTo>
                  <a:pt x="4831604" y="4757370"/>
                </a:lnTo>
                <a:close/>
                <a:moveTo>
                  <a:pt x="4689554" y="4647468"/>
                </a:moveTo>
                <a:lnTo>
                  <a:pt x="4662120" y="4727567"/>
                </a:lnTo>
                <a:lnTo>
                  <a:pt x="4658631" y="4752310"/>
                </a:lnTo>
                <a:lnTo>
                  <a:pt x="4678985" y="4698749"/>
                </a:lnTo>
                <a:close/>
                <a:moveTo>
                  <a:pt x="4807233" y="4637023"/>
                </a:moveTo>
                <a:lnTo>
                  <a:pt x="4729988" y="4733318"/>
                </a:lnTo>
                <a:lnTo>
                  <a:pt x="4715010" y="4759836"/>
                </a:lnTo>
                <a:lnTo>
                  <a:pt x="4766349" y="4699603"/>
                </a:lnTo>
                <a:close/>
                <a:moveTo>
                  <a:pt x="3768619" y="0"/>
                </a:moveTo>
                <a:lnTo>
                  <a:pt x="4559565" y="1163155"/>
                </a:lnTo>
                <a:lnTo>
                  <a:pt x="4570350" y="1990012"/>
                </a:lnTo>
                <a:lnTo>
                  <a:pt x="4597999" y="1925780"/>
                </a:lnTo>
                <a:lnTo>
                  <a:pt x="4663951" y="2068297"/>
                </a:lnTo>
                <a:lnTo>
                  <a:pt x="4666776" y="1925779"/>
                </a:lnTo>
                <a:lnTo>
                  <a:pt x="5291846" y="1007393"/>
                </a:lnTo>
                <a:lnTo>
                  <a:pt x="5564935" y="2091655"/>
                </a:lnTo>
                <a:lnTo>
                  <a:pt x="5488721" y="2314173"/>
                </a:lnTo>
                <a:lnTo>
                  <a:pt x="5644532" y="2157832"/>
                </a:lnTo>
                <a:lnTo>
                  <a:pt x="5799589" y="1749789"/>
                </a:lnTo>
                <a:lnTo>
                  <a:pt x="6825188" y="997279"/>
                </a:lnTo>
                <a:lnTo>
                  <a:pt x="6707861" y="2267646"/>
                </a:lnTo>
                <a:lnTo>
                  <a:pt x="6226092" y="2868232"/>
                </a:lnTo>
                <a:lnTo>
                  <a:pt x="6386947" y="2798258"/>
                </a:lnTo>
                <a:lnTo>
                  <a:pt x="6815073" y="2295965"/>
                </a:lnTo>
                <a:lnTo>
                  <a:pt x="8055097" y="1933870"/>
                </a:lnTo>
                <a:lnTo>
                  <a:pt x="7508920" y="3097025"/>
                </a:lnTo>
                <a:lnTo>
                  <a:pt x="6699016" y="3596297"/>
                </a:lnTo>
                <a:lnTo>
                  <a:pt x="7294495" y="3576448"/>
                </a:lnTo>
                <a:lnTo>
                  <a:pt x="7259494" y="3618423"/>
                </a:lnTo>
                <a:lnTo>
                  <a:pt x="7840672" y="3653318"/>
                </a:lnTo>
                <a:lnTo>
                  <a:pt x="7146825" y="4347165"/>
                </a:lnTo>
                <a:lnTo>
                  <a:pt x="6907983" y="4397788"/>
                </a:lnTo>
                <a:lnTo>
                  <a:pt x="7050506" y="4448819"/>
                </a:lnTo>
                <a:lnTo>
                  <a:pt x="7664682" y="4339072"/>
                </a:lnTo>
                <a:lnTo>
                  <a:pt x="8738830" y="4798266"/>
                </a:lnTo>
                <a:lnTo>
                  <a:pt x="7684911" y="5306008"/>
                </a:lnTo>
                <a:lnTo>
                  <a:pt x="4728247" y="4901678"/>
                </a:lnTo>
                <a:lnTo>
                  <a:pt x="4638458" y="4895364"/>
                </a:lnTo>
                <a:lnTo>
                  <a:pt x="4638458" y="4895363"/>
                </a:lnTo>
                <a:lnTo>
                  <a:pt x="4638456" y="4895364"/>
                </a:lnTo>
                <a:lnTo>
                  <a:pt x="4638455" y="4895364"/>
                </a:lnTo>
                <a:lnTo>
                  <a:pt x="4638456" y="4895363"/>
                </a:lnTo>
                <a:lnTo>
                  <a:pt x="4638459" y="4895362"/>
                </a:lnTo>
                <a:lnTo>
                  <a:pt x="4642035" y="4889888"/>
                </a:lnTo>
                <a:lnTo>
                  <a:pt x="4641584" y="4889826"/>
                </a:lnTo>
                <a:lnTo>
                  <a:pt x="4638456" y="4895363"/>
                </a:lnTo>
                <a:lnTo>
                  <a:pt x="4637422" y="4889257"/>
                </a:lnTo>
                <a:lnTo>
                  <a:pt x="4637012" y="4889201"/>
                </a:lnTo>
                <a:lnTo>
                  <a:pt x="4638455" y="4895364"/>
                </a:lnTo>
                <a:lnTo>
                  <a:pt x="4638455" y="4895364"/>
                </a:lnTo>
                <a:lnTo>
                  <a:pt x="4638455" y="4895365"/>
                </a:lnTo>
                <a:lnTo>
                  <a:pt x="4638452" y="4895363"/>
                </a:lnTo>
                <a:lnTo>
                  <a:pt x="4604825" y="4885691"/>
                </a:lnTo>
                <a:lnTo>
                  <a:pt x="4598406" y="4886552"/>
                </a:lnTo>
                <a:lnTo>
                  <a:pt x="4638455" y="4895365"/>
                </a:lnTo>
                <a:lnTo>
                  <a:pt x="4258165" y="4932145"/>
                </a:lnTo>
                <a:lnTo>
                  <a:pt x="1181361" y="5344444"/>
                </a:lnTo>
                <a:lnTo>
                  <a:pt x="0" y="4778038"/>
                </a:lnTo>
                <a:lnTo>
                  <a:pt x="1211704" y="4270295"/>
                </a:lnTo>
                <a:lnTo>
                  <a:pt x="2318793" y="4470745"/>
                </a:lnTo>
                <a:lnTo>
                  <a:pt x="2449349" y="4420011"/>
                </a:lnTo>
                <a:lnTo>
                  <a:pt x="1660781" y="4250065"/>
                </a:lnTo>
                <a:lnTo>
                  <a:pt x="849608" y="3438891"/>
                </a:lnTo>
                <a:lnTo>
                  <a:pt x="1992534" y="3370113"/>
                </a:lnTo>
                <a:lnTo>
                  <a:pt x="2476181" y="3650277"/>
                </a:lnTo>
                <a:lnTo>
                  <a:pt x="2623488" y="3651697"/>
                </a:lnTo>
                <a:lnTo>
                  <a:pt x="2186730" y="3380228"/>
                </a:lnTo>
                <a:lnTo>
                  <a:pt x="1737652" y="2403178"/>
                </a:lnTo>
                <a:lnTo>
                  <a:pt x="2773363" y="2706610"/>
                </a:lnTo>
                <a:lnTo>
                  <a:pt x="2922896" y="2884169"/>
                </a:lnTo>
                <a:lnTo>
                  <a:pt x="3069757" y="2945044"/>
                </a:lnTo>
                <a:lnTo>
                  <a:pt x="2850232" y="2668175"/>
                </a:lnTo>
                <a:lnTo>
                  <a:pt x="2753134" y="1602118"/>
                </a:lnTo>
                <a:lnTo>
                  <a:pt x="3515453" y="2158788"/>
                </a:lnTo>
                <a:lnTo>
                  <a:pt x="3515759" y="2150319"/>
                </a:lnTo>
                <a:lnTo>
                  <a:pt x="3557697" y="2189636"/>
                </a:lnTo>
                <a:lnTo>
                  <a:pt x="3622972" y="2237301"/>
                </a:lnTo>
                <a:lnTo>
                  <a:pt x="3630702" y="2258077"/>
                </a:lnTo>
                <a:lnTo>
                  <a:pt x="3762604" y="2381735"/>
                </a:lnTo>
                <a:lnTo>
                  <a:pt x="3416638" y="13573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4217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4FFB76-5CFD-F246-A6E8-0B9784FB81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06183" y="-1"/>
            <a:ext cx="8704081" cy="4783411"/>
          </a:xfrm>
          <a:custGeom>
            <a:avLst/>
            <a:gdLst>
              <a:gd name="connsiteX0" fmla="*/ 4658631 w 8704081"/>
              <a:gd name="connsiteY0" fmla="*/ 31101 h 4783411"/>
              <a:gd name="connsiteX1" fmla="*/ 4662120 w 8704081"/>
              <a:gd name="connsiteY1" fmla="*/ 55844 h 4783411"/>
              <a:gd name="connsiteX2" fmla="*/ 4689554 w 8704081"/>
              <a:gd name="connsiteY2" fmla="*/ 135943 h 4783411"/>
              <a:gd name="connsiteX3" fmla="*/ 4678984 w 8704081"/>
              <a:gd name="connsiteY3" fmla="*/ 84662 h 4783411"/>
              <a:gd name="connsiteX4" fmla="*/ 4715009 w 8704081"/>
              <a:gd name="connsiteY4" fmla="*/ 23575 h 4783411"/>
              <a:gd name="connsiteX5" fmla="*/ 4729988 w 8704081"/>
              <a:gd name="connsiteY5" fmla="*/ 50093 h 4783411"/>
              <a:gd name="connsiteX6" fmla="*/ 4807233 w 8704081"/>
              <a:gd name="connsiteY6" fmla="*/ 146388 h 4783411"/>
              <a:gd name="connsiteX7" fmla="*/ 4766349 w 8704081"/>
              <a:gd name="connsiteY7" fmla="*/ 83808 h 4783411"/>
              <a:gd name="connsiteX8" fmla="*/ 4610296 w 8704081"/>
              <a:gd name="connsiteY8" fmla="*/ 8314 h 4783411"/>
              <a:gd name="connsiteX9" fmla="*/ 4606464 w 8704081"/>
              <a:gd name="connsiteY9" fmla="*/ 24681 h 4783411"/>
              <a:gd name="connsiteX10" fmla="*/ 4605724 w 8704081"/>
              <a:gd name="connsiteY10" fmla="*/ 81416 h 4783411"/>
              <a:gd name="connsiteX11" fmla="*/ 4611114 w 8704081"/>
              <a:gd name="connsiteY11" fmla="*/ 49574 h 4783411"/>
              <a:gd name="connsiteX12" fmla="*/ 11207 w 8704081"/>
              <a:gd name="connsiteY12" fmla="*/ 0 h 4783411"/>
              <a:gd name="connsiteX13" fmla="*/ 4129705 w 8704081"/>
              <a:gd name="connsiteY13" fmla="*/ 0 h 4783411"/>
              <a:gd name="connsiteX14" fmla="*/ 3851511 w 8704081"/>
              <a:gd name="connsiteY14" fmla="*/ 61218 h 4783411"/>
              <a:gd name="connsiteX15" fmla="*/ 4135570 w 8704081"/>
              <a:gd name="connsiteY15" fmla="*/ 0 h 4783411"/>
              <a:gd name="connsiteX16" fmla="*/ 4570225 w 8704081"/>
              <a:gd name="connsiteY16" fmla="*/ 0 h 4783411"/>
              <a:gd name="connsiteX17" fmla="*/ 4569446 w 8704081"/>
              <a:gd name="connsiteY17" fmla="*/ 2094 h 4783411"/>
              <a:gd name="connsiteX18" fmla="*/ 4570713 w 8704081"/>
              <a:gd name="connsiteY18" fmla="*/ 0 h 4783411"/>
              <a:gd name="connsiteX19" fmla="*/ 4776820 w 8704081"/>
              <a:gd name="connsiteY19" fmla="*/ 0 h 4783411"/>
              <a:gd name="connsiteX20" fmla="*/ 4788037 w 8704081"/>
              <a:gd name="connsiteY20" fmla="*/ 9077 h 4783411"/>
              <a:gd name="connsiteX21" fmla="*/ 4932562 w 8704081"/>
              <a:gd name="connsiteY21" fmla="*/ 98170 h 4783411"/>
              <a:gd name="connsiteX22" fmla="*/ 4831604 w 8704081"/>
              <a:gd name="connsiteY22" fmla="*/ 26041 h 4783411"/>
              <a:gd name="connsiteX23" fmla="*/ 4786094 w 8704081"/>
              <a:gd name="connsiteY23" fmla="*/ 0 h 4783411"/>
              <a:gd name="connsiteX24" fmla="*/ 8704081 w 8704081"/>
              <a:gd name="connsiteY24" fmla="*/ 0 h 4783411"/>
              <a:gd name="connsiteX25" fmla="*/ 7664682 w 8704081"/>
              <a:gd name="connsiteY25" fmla="*/ 444339 h 4783411"/>
              <a:gd name="connsiteX26" fmla="*/ 7050506 w 8704081"/>
              <a:gd name="connsiteY26" fmla="*/ 334592 h 4783411"/>
              <a:gd name="connsiteX27" fmla="*/ 6907983 w 8704081"/>
              <a:gd name="connsiteY27" fmla="*/ 385623 h 4783411"/>
              <a:gd name="connsiteX28" fmla="*/ 7146825 w 8704081"/>
              <a:gd name="connsiteY28" fmla="*/ 436246 h 4783411"/>
              <a:gd name="connsiteX29" fmla="*/ 7840672 w 8704081"/>
              <a:gd name="connsiteY29" fmla="*/ 1130093 h 4783411"/>
              <a:gd name="connsiteX30" fmla="*/ 7259494 w 8704081"/>
              <a:gd name="connsiteY30" fmla="*/ 1164988 h 4783411"/>
              <a:gd name="connsiteX31" fmla="*/ 7294495 w 8704081"/>
              <a:gd name="connsiteY31" fmla="*/ 1206963 h 4783411"/>
              <a:gd name="connsiteX32" fmla="*/ 6699016 w 8704081"/>
              <a:gd name="connsiteY32" fmla="*/ 1187114 h 4783411"/>
              <a:gd name="connsiteX33" fmla="*/ 7508920 w 8704081"/>
              <a:gd name="connsiteY33" fmla="*/ 1686386 h 4783411"/>
              <a:gd name="connsiteX34" fmla="*/ 8055097 w 8704081"/>
              <a:gd name="connsiteY34" fmla="*/ 2849541 h 4783411"/>
              <a:gd name="connsiteX35" fmla="*/ 6815073 w 8704081"/>
              <a:gd name="connsiteY35" fmla="*/ 2487446 h 4783411"/>
              <a:gd name="connsiteX36" fmla="*/ 6386947 w 8704081"/>
              <a:gd name="connsiteY36" fmla="*/ 1985153 h 4783411"/>
              <a:gd name="connsiteX37" fmla="*/ 6226092 w 8704081"/>
              <a:gd name="connsiteY37" fmla="*/ 1915179 h 4783411"/>
              <a:gd name="connsiteX38" fmla="*/ 6707861 w 8704081"/>
              <a:gd name="connsiteY38" fmla="*/ 2515765 h 4783411"/>
              <a:gd name="connsiteX39" fmla="*/ 6825188 w 8704081"/>
              <a:gd name="connsiteY39" fmla="*/ 3786132 h 4783411"/>
              <a:gd name="connsiteX40" fmla="*/ 5799589 w 8704081"/>
              <a:gd name="connsiteY40" fmla="*/ 3033622 h 4783411"/>
              <a:gd name="connsiteX41" fmla="*/ 5644532 w 8704081"/>
              <a:gd name="connsiteY41" fmla="*/ 2625579 h 4783411"/>
              <a:gd name="connsiteX42" fmla="*/ 5488721 w 8704081"/>
              <a:gd name="connsiteY42" fmla="*/ 2469238 h 4783411"/>
              <a:gd name="connsiteX43" fmla="*/ 5564935 w 8704081"/>
              <a:gd name="connsiteY43" fmla="*/ 2691756 h 4783411"/>
              <a:gd name="connsiteX44" fmla="*/ 5291846 w 8704081"/>
              <a:gd name="connsiteY44" fmla="*/ 3776018 h 4783411"/>
              <a:gd name="connsiteX45" fmla="*/ 4666776 w 8704081"/>
              <a:gd name="connsiteY45" fmla="*/ 2857632 h 4783411"/>
              <a:gd name="connsiteX46" fmla="*/ 4663951 w 8704081"/>
              <a:gd name="connsiteY46" fmla="*/ 2715114 h 4783411"/>
              <a:gd name="connsiteX47" fmla="*/ 4597998 w 8704081"/>
              <a:gd name="connsiteY47" fmla="*/ 2857631 h 4783411"/>
              <a:gd name="connsiteX48" fmla="*/ 4570350 w 8704081"/>
              <a:gd name="connsiteY48" fmla="*/ 2793399 h 4783411"/>
              <a:gd name="connsiteX49" fmla="*/ 4559565 w 8704081"/>
              <a:gd name="connsiteY49" fmla="*/ 3620256 h 4783411"/>
              <a:gd name="connsiteX50" fmla="*/ 3768619 w 8704081"/>
              <a:gd name="connsiteY50" fmla="*/ 4783411 h 4783411"/>
              <a:gd name="connsiteX51" fmla="*/ 3416638 w 8704081"/>
              <a:gd name="connsiteY51" fmla="*/ 3426060 h 4783411"/>
              <a:gd name="connsiteX52" fmla="*/ 3762603 w 8704081"/>
              <a:gd name="connsiteY52" fmla="*/ 2401676 h 4783411"/>
              <a:gd name="connsiteX53" fmla="*/ 3630701 w 8704081"/>
              <a:gd name="connsiteY53" fmla="*/ 2525334 h 4783411"/>
              <a:gd name="connsiteX54" fmla="*/ 3622971 w 8704081"/>
              <a:gd name="connsiteY54" fmla="*/ 2546110 h 4783411"/>
              <a:gd name="connsiteX55" fmla="*/ 3557697 w 8704081"/>
              <a:gd name="connsiteY55" fmla="*/ 2593775 h 4783411"/>
              <a:gd name="connsiteX56" fmla="*/ 3515759 w 8704081"/>
              <a:gd name="connsiteY56" fmla="*/ 2633092 h 4783411"/>
              <a:gd name="connsiteX57" fmla="*/ 3515453 w 8704081"/>
              <a:gd name="connsiteY57" fmla="*/ 2624623 h 4783411"/>
              <a:gd name="connsiteX58" fmla="*/ 2753134 w 8704081"/>
              <a:gd name="connsiteY58" fmla="*/ 3181293 h 4783411"/>
              <a:gd name="connsiteX59" fmla="*/ 2850232 w 8704081"/>
              <a:gd name="connsiteY59" fmla="*/ 2115236 h 4783411"/>
              <a:gd name="connsiteX60" fmla="*/ 3069757 w 8704081"/>
              <a:gd name="connsiteY60" fmla="*/ 1838367 h 4783411"/>
              <a:gd name="connsiteX61" fmla="*/ 2922896 w 8704081"/>
              <a:gd name="connsiteY61" fmla="*/ 1899242 h 4783411"/>
              <a:gd name="connsiteX62" fmla="*/ 2773363 w 8704081"/>
              <a:gd name="connsiteY62" fmla="*/ 2076801 h 4783411"/>
              <a:gd name="connsiteX63" fmla="*/ 1737652 w 8704081"/>
              <a:gd name="connsiteY63" fmla="*/ 2380233 h 4783411"/>
              <a:gd name="connsiteX64" fmla="*/ 2186730 w 8704081"/>
              <a:gd name="connsiteY64" fmla="*/ 1403183 h 4783411"/>
              <a:gd name="connsiteX65" fmla="*/ 2623488 w 8704081"/>
              <a:gd name="connsiteY65" fmla="*/ 1131714 h 4783411"/>
              <a:gd name="connsiteX66" fmla="*/ 2476181 w 8704081"/>
              <a:gd name="connsiteY66" fmla="*/ 1133134 h 4783411"/>
              <a:gd name="connsiteX67" fmla="*/ 1992534 w 8704081"/>
              <a:gd name="connsiteY67" fmla="*/ 1413298 h 4783411"/>
              <a:gd name="connsiteX68" fmla="*/ 849608 w 8704081"/>
              <a:gd name="connsiteY68" fmla="*/ 1344520 h 4783411"/>
              <a:gd name="connsiteX69" fmla="*/ 1660781 w 8704081"/>
              <a:gd name="connsiteY69" fmla="*/ 533346 h 4783411"/>
              <a:gd name="connsiteX70" fmla="*/ 2449349 w 8704081"/>
              <a:gd name="connsiteY70" fmla="*/ 363400 h 4783411"/>
              <a:gd name="connsiteX71" fmla="*/ 2318793 w 8704081"/>
              <a:gd name="connsiteY71" fmla="*/ 312666 h 4783411"/>
              <a:gd name="connsiteX72" fmla="*/ 1211704 w 8704081"/>
              <a:gd name="connsiteY72" fmla="*/ 513116 h 4783411"/>
              <a:gd name="connsiteX73" fmla="*/ 0 w 8704081"/>
              <a:gd name="connsiteY73" fmla="*/ 5373 h 4783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704081" h="4783411">
                <a:moveTo>
                  <a:pt x="4658631" y="31101"/>
                </a:moveTo>
                <a:lnTo>
                  <a:pt x="4662120" y="55844"/>
                </a:lnTo>
                <a:lnTo>
                  <a:pt x="4689554" y="135943"/>
                </a:lnTo>
                <a:lnTo>
                  <a:pt x="4678984" y="84662"/>
                </a:lnTo>
                <a:close/>
                <a:moveTo>
                  <a:pt x="4715009" y="23575"/>
                </a:moveTo>
                <a:lnTo>
                  <a:pt x="4729988" y="50093"/>
                </a:lnTo>
                <a:lnTo>
                  <a:pt x="4807233" y="146388"/>
                </a:lnTo>
                <a:lnTo>
                  <a:pt x="4766349" y="83808"/>
                </a:lnTo>
                <a:close/>
                <a:moveTo>
                  <a:pt x="4610296" y="8314"/>
                </a:moveTo>
                <a:lnTo>
                  <a:pt x="4606464" y="24681"/>
                </a:lnTo>
                <a:lnTo>
                  <a:pt x="4605724" y="81416"/>
                </a:lnTo>
                <a:lnTo>
                  <a:pt x="4611114" y="49574"/>
                </a:lnTo>
                <a:close/>
                <a:moveTo>
                  <a:pt x="11207" y="0"/>
                </a:moveTo>
                <a:lnTo>
                  <a:pt x="4129705" y="0"/>
                </a:lnTo>
                <a:lnTo>
                  <a:pt x="3851511" y="61218"/>
                </a:lnTo>
                <a:lnTo>
                  <a:pt x="4135570" y="0"/>
                </a:lnTo>
                <a:lnTo>
                  <a:pt x="4570225" y="0"/>
                </a:lnTo>
                <a:lnTo>
                  <a:pt x="4569446" y="2094"/>
                </a:lnTo>
                <a:lnTo>
                  <a:pt x="4570713" y="0"/>
                </a:lnTo>
                <a:lnTo>
                  <a:pt x="4776820" y="0"/>
                </a:lnTo>
                <a:lnTo>
                  <a:pt x="4788037" y="9077"/>
                </a:lnTo>
                <a:lnTo>
                  <a:pt x="4932562" y="98170"/>
                </a:lnTo>
                <a:lnTo>
                  <a:pt x="4831604" y="26041"/>
                </a:lnTo>
                <a:lnTo>
                  <a:pt x="4786094" y="0"/>
                </a:lnTo>
                <a:lnTo>
                  <a:pt x="8704081" y="0"/>
                </a:lnTo>
                <a:lnTo>
                  <a:pt x="7664682" y="444339"/>
                </a:lnTo>
                <a:lnTo>
                  <a:pt x="7050506" y="334592"/>
                </a:lnTo>
                <a:lnTo>
                  <a:pt x="6907983" y="385623"/>
                </a:lnTo>
                <a:lnTo>
                  <a:pt x="7146825" y="436246"/>
                </a:lnTo>
                <a:lnTo>
                  <a:pt x="7840672" y="1130093"/>
                </a:lnTo>
                <a:lnTo>
                  <a:pt x="7259494" y="1164988"/>
                </a:lnTo>
                <a:lnTo>
                  <a:pt x="7294495" y="1206963"/>
                </a:lnTo>
                <a:lnTo>
                  <a:pt x="6699016" y="1187114"/>
                </a:lnTo>
                <a:lnTo>
                  <a:pt x="7508920" y="1686386"/>
                </a:lnTo>
                <a:lnTo>
                  <a:pt x="8055097" y="2849541"/>
                </a:lnTo>
                <a:lnTo>
                  <a:pt x="6815073" y="2487446"/>
                </a:lnTo>
                <a:lnTo>
                  <a:pt x="6386947" y="1985153"/>
                </a:lnTo>
                <a:lnTo>
                  <a:pt x="6226092" y="1915179"/>
                </a:lnTo>
                <a:lnTo>
                  <a:pt x="6707861" y="2515765"/>
                </a:lnTo>
                <a:lnTo>
                  <a:pt x="6825188" y="3786132"/>
                </a:lnTo>
                <a:lnTo>
                  <a:pt x="5799589" y="3033622"/>
                </a:lnTo>
                <a:lnTo>
                  <a:pt x="5644532" y="2625579"/>
                </a:lnTo>
                <a:lnTo>
                  <a:pt x="5488721" y="2469238"/>
                </a:lnTo>
                <a:lnTo>
                  <a:pt x="5564935" y="2691756"/>
                </a:lnTo>
                <a:lnTo>
                  <a:pt x="5291846" y="3776018"/>
                </a:lnTo>
                <a:lnTo>
                  <a:pt x="4666776" y="2857632"/>
                </a:lnTo>
                <a:lnTo>
                  <a:pt x="4663951" y="2715114"/>
                </a:lnTo>
                <a:lnTo>
                  <a:pt x="4597998" y="2857631"/>
                </a:lnTo>
                <a:lnTo>
                  <a:pt x="4570350" y="2793399"/>
                </a:lnTo>
                <a:lnTo>
                  <a:pt x="4559565" y="3620256"/>
                </a:lnTo>
                <a:lnTo>
                  <a:pt x="3768619" y="4783411"/>
                </a:lnTo>
                <a:lnTo>
                  <a:pt x="3416638" y="3426060"/>
                </a:lnTo>
                <a:lnTo>
                  <a:pt x="3762603" y="2401676"/>
                </a:lnTo>
                <a:lnTo>
                  <a:pt x="3630701" y="2525334"/>
                </a:lnTo>
                <a:lnTo>
                  <a:pt x="3622971" y="2546110"/>
                </a:lnTo>
                <a:lnTo>
                  <a:pt x="3557697" y="2593775"/>
                </a:lnTo>
                <a:lnTo>
                  <a:pt x="3515759" y="2633092"/>
                </a:lnTo>
                <a:lnTo>
                  <a:pt x="3515453" y="2624623"/>
                </a:lnTo>
                <a:lnTo>
                  <a:pt x="2753134" y="3181293"/>
                </a:lnTo>
                <a:lnTo>
                  <a:pt x="2850232" y="2115236"/>
                </a:lnTo>
                <a:lnTo>
                  <a:pt x="3069757" y="1838367"/>
                </a:lnTo>
                <a:lnTo>
                  <a:pt x="2922896" y="1899242"/>
                </a:lnTo>
                <a:lnTo>
                  <a:pt x="2773363" y="2076801"/>
                </a:lnTo>
                <a:lnTo>
                  <a:pt x="1737652" y="2380233"/>
                </a:lnTo>
                <a:lnTo>
                  <a:pt x="2186730" y="1403183"/>
                </a:lnTo>
                <a:lnTo>
                  <a:pt x="2623488" y="1131714"/>
                </a:lnTo>
                <a:lnTo>
                  <a:pt x="2476181" y="1133134"/>
                </a:lnTo>
                <a:lnTo>
                  <a:pt x="1992534" y="1413298"/>
                </a:lnTo>
                <a:lnTo>
                  <a:pt x="849608" y="1344520"/>
                </a:lnTo>
                <a:lnTo>
                  <a:pt x="1660781" y="533346"/>
                </a:lnTo>
                <a:lnTo>
                  <a:pt x="2449349" y="363400"/>
                </a:lnTo>
                <a:lnTo>
                  <a:pt x="2318793" y="312666"/>
                </a:lnTo>
                <a:lnTo>
                  <a:pt x="1211704" y="513116"/>
                </a:lnTo>
                <a:lnTo>
                  <a:pt x="0" y="53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859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2C11EA48-4C9C-4B4A-BE5E-20BCC69AE9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864" y="1025029"/>
            <a:ext cx="11726270" cy="5863135"/>
          </a:xfrm>
          <a:custGeom>
            <a:avLst/>
            <a:gdLst>
              <a:gd name="connsiteX0" fmla="*/ 5863135 w 11726270"/>
              <a:gd name="connsiteY0" fmla="*/ 0 h 5863135"/>
              <a:gd name="connsiteX1" fmla="*/ 11726270 w 11726270"/>
              <a:gd name="connsiteY1" fmla="*/ 5863135 h 5863135"/>
              <a:gd name="connsiteX2" fmla="*/ 0 w 11726270"/>
              <a:gd name="connsiteY2" fmla="*/ 5863135 h 586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26270" h="5863135">
                <a:moveTo>
                  <a:pt x="5863135" y="0"/>
                </a:moveTo>
                <a:lnTo>
                  <a:pt x="11726270" y="5863135"/>
                </a:lnTo>
                <a:lnTo>
                  <a:pt x="0" y="58631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A6EF6BE9-CADA-8445-A11E-F7CC3D6A14C7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3944126" y="-1826544"/>
            <a:ext cx="4318917" cy="8640728"/>
          </a:xfrm>
          <a:custGeom>
            <a:avLst/>
            <a:gdLst>
              <a:gd name="T0" fmla="*/ 0 w 1493"/>
              <a:gd name="T1" fmla="*/ 0 h 2987"/>
              <a:gd name="T2" fmla="*/ 0 w 1493"/>
              <a:gd name="T3" fmla="*/ 2987 h 2987"/>
              <a:gd name="T4" fmla="*/ 1493 w 1493"/>
              <a:gd name="T5" fmla="*/ 1491 h 2987"/>
              <a:gd name="T6" fmla="*/ 0 w 1493"/>
              <a:gd name="T7" fmla="*/ 0 h 29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93" h="2987">
                <a:moveTo>
                  <a:pt x="0" y="0"/>
                </a:moveTo>
                <a:lnTo>
                  <a:pt x="0" y="2987"/>
                </a:lnTo>
                <a:lnTo>
                  <a:pt x="1493" y="149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1460AD5-20F0-AE4F-A1B1-5D8EC159E87A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3513103" y="24833"/>
            <a:ext cx="5180965" cy="10341681"/>
          </a:xfrm>
          <a:custGeom>
            <a:avLst/>
            <a:gdLst>
              <a:gd name="T0" fmla="*/ 0 w 1791"/>
              <a:gd name="T1" fmla="*/ 3526 h 3575"/>
              <a:gd name="T2" fmla="*/ 0 w 1791"/>
              <a:gd name="T3" fmla="*/ 3575 h 3575"/>
              <a:gd name="T4" fmla="*/ 1791 w 1791"/>
              <a:gd name="T5" fmla="*/ 1785 h 3575"/>
              <a:gd name="T6" fmla="*/ 0 w 1791"/>
              <a:gd name="T7" fmla="*/ 0 h 3575"/>
              <a:gd name="T8" fmla="*/ 0 w 1791"/>
              <a:gd name="T9" fmla="*/ 43 h 3575"/>
              <a:gd name="T10" fmla="*/ 1743 w 1791"/>
              <a:gd name="T11" fmla="*/ 1785 h 3575"/>
              <a:gd name="T12" fmla="*/ 0 w 1791"/>
              <a:gd name="T13" fmla="*/ 3526 h 3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1" h="3575">
                <a:moveTo>
                  <a:pt x="0" y="3526"/>
                </a:moveTo>
                <a:lnTo>
                  <a:pt x="0" y="3575"/>
                </a:lnTo>
                <a:lnTo>
                  <a:pt x="1791" y="1785"/>
                </a:lnTo>
                <a:lnTo>
                  <a:pt x="0" y="0"/>
                </a:lnTo>
                <a:lnTo>
                  <a:pt x="0" y="43"/>
                </a:lnTo>
                <a:lnTo>
                  <a:pt x="1743" y="1785"/>
                </a:lnTo>
                <a:lnTo>
                  <a:pt x="0" y="35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9">
            <a:extLst>
              <a:ext uri="{FF2B5EF4-FFF2-40B4-BE49-F238E27FC236}">
                <a16:creationId xmlns:a16="http://schemas.microsoft.com/office/drawing/2014/main" id="{13FE24BE-D234-AC4F-841B-FE35A40834DE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4800388" y="3831730"/>
            <a:ext cx="2591928" cy="5039219"/>
          </a:xfrm>
          <a:custGeom>
            <a:avLst/>
            <a:gdLst>
              <a:gd name="T0" fmla="*/ 43 w 896"/>
              <a:gd name="T1" fmla="*/ 871 h 1742"/>
              <a:gd name="T2" fmla="*/ 896 w 896"/>
              <a:gd name="T3" fmla="*/ 24 h 1742"/>
              <a:gd name="T4" fmla="*/ 872 w 896"/>
              <a:gd name="T5" fmla="*/ 0 h 1742"/>
              <a:gd name="T6" fmla="*/ 0 w 896"/>
              <a:gd name="T7" fmla="*/ 871 h 1742"/>
              <a:gd name="T8" fmla="*/ 872 w 896"/>
              <a:gd name="T9" fmla="*/ 1742 h 1742"/>
              <a:gd name="T10" fmla="*/ 896 w 896"/>
              <a:gd name="T11" fmla="*/ 1718 h 1742"/>
              <a:gd name="T12" fmla="*/ 43 w 896"/>
              <a:gd name="T13" fmla="*/ 871 h 17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96" h="1742">
                <a:moveTo>
                  <a:pt x="43" y="871"/>
                </a:moveTo>
                <a:lnTo>
                  <a:pt x="896" y="24"/>
                </a:lnTo>
                <a:lnTo>
                  <a:pt x="872" y="0"/>
                </a:lnTo>
                <a:lnTo>
                  <a:pt x="0" y="871"/>
                </a:lnTo>
                <a:lnTo>
                  <a:pt x="872" y="1742"/>
                </a:lnTo>
                <a:lnTo>
                  <a:pt x="896" y="1718"/>
                </a:lnTo>
                <a:lnTo>
                  <a:pt x="43" y="8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1">
            <a:extLst>
              <a:ext uri="{FF2B5EF4-FFF2-40B4-BE49-F238E27FC236}">
                <a16:creationId xmlns:a16="http://schemas.microsoft.com/office/drawing/2014/main" id="{EA84B11F-2C04-5147-A565-3A77B4ADA3D7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174837" y="5133480"/>
            <a:ext cx="1753023" cy="1683597"/>
          </a:xfrm>
          <a:custGeom>
            <a:avLst/>
            <a:gdLst>
              <a:gd name="T0" fmla="*/ 48 w 606"/>
              <a:gd name="T1" fmla="*/ 0 h 582"/>
              <a:gd name="T2" fmla="*/ 0 w 606"/>
              <a:gd name="T3" fmla="*/ 0 h 582"/>
              <a:gd name="T4" fmla="*/ 587 w 606"/>
              <a:gd name="T5" fmla="*/ 582 h 582"/>
              <a:gd name="T6" fmla="*/ 606 w 606"/>
              <a:gd name="T7" fmla="*/ 563 h 582"/>
              <a:gd name="T8" fmla="*/ 48 w 606"/>
              <a:gd name="T9" fmla="*/ 0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6" h="582">
                <a:moveTo>
                  <a:pt x="48" y="0"/>
                </a:moveTo>
                <a:lnTo>
                  <a:pt x="0" y="0"/>
                </a:lnTo>
                <a:lnTo>
                  <a:pt x="587" y="582"/>
                </a:lnTo>
                <a:lnTo>
                  <a:pt x="606" y="563"/>
                </a:lnTo>
                <a:lnTo>
                  <a:pt x="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22">
            <a:extLst>
              <a:ext uri="{FF2B5EF4-FFF2-40B4-BE49-F238E27FC236}">
                <a16:creationId xmlns:a16="http://schemas.microsoft.com/office/drawing/2014/main" id="{444C3DA6-FAA0-644A-AD03-FF85870863A9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10270631" y="5127693"/>
            <a:ext cx="2464646" cy="2406791"/>
          </a:xfrm>
          <a:custGeom>
            <a:avLst/>
            <a:gdLst>
              <a:gd name="T0" fmla="*/ 0 w 852"/>
              <a:gd name="T1" fmla="*/ 832 h 832"/>
              <a:gd name="T2" fmla="*/ 43 w 852"/>
              <a:gd name="T3" fmla="*/ 832 h 832"/>
              <a:gd name="T4" fmla="*/ 852 w 852"/>
              <a:gd name="T5" fmla="*/ 24 h 832"/>
              <a:gd name="T6" fmla="*/ 833 w 852"/>
              <a:gd name="T7" fmla="*/ 0 h 832"/>
              <a:gd name="T8" fmla="*/ 0 w 852"/>
              <a:gd name="T9" fmla="*/ 832 h 8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2" h="832">
                <a:moveTo>
                  <a:pt x="0" y="832"/>
                </a:moveTo>
                <a:lnTo>
                  <a:pt x="43" y="832"/>
                </a:lnTo>
                <a:lnTo>
                  <a:pt x="852" y="24"/>
                </a:lnTo>
                <a:lnTo>
                  <a:pt x="833" y="0"/>
                </a:lnTo>
                <a:lnTo>
                  <a:pt x="0" y="8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23">
            <a:extLst>
              <a:ext uri="{FF2B5EF4-FFF2-40B4-BE49-F238E27FC236}">
                <a16:creationId xmlns:a16="http://schemas.microsoft.com/office/drawing/2014/main" id="{2233C454-AA5E-9C42-9258-591CC7688480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4363579" y="-880605"/>
            <a:ext cx="3480012" cy="6887705"/>
          </a:xfrm>
          <a:custGeom>
            <a:avLst/>
            <a:gdLst>
              <a:gd name="T0" fmla="*/ 0 w 1203"/>
              <a:gd name="T1" fmla="*/ 33 h 2381"/>
              <a:gd name="T2" fmla="*/ 1155 w 1203"/>
              <a:gd name="T3" fmla="*/ 1188 h 2381"/>
              <a:gd name="T4" fmla="*/ 0 w 1203"/>
              <a:gd name="T5" fmla="*/ 2347 h 2381"/>
              <a:gd name="T6" fmla="*/ 14 w 1203"/>
              <a:gd name="T7" fmla="*/ 2357 h 2381"/>
              <a:gd name="T8" fmla="*/ 14 w 1203"/>
              <a:gd name="T9" fmla="*/ 2381 h 2381"/>
              <a:gd name="T10" fmla="*/ 1203 w 1203"/>
              <a:gd name="T11" fmla="*/ 1188 h 2381"/>
              <a:gd name="T12" fmla="*/ 14 w 1203"/>
              <a:gd name="T13" fmla="*/ 0 h 2381"/>
              <a:gd name="T14" fmla="*/ 14 w 1203"/>
              <a:gd name="T15" fmla="*/ 24 h 2381"/>
              <a:gd name="T16" fmla="*/ 0 w 1203"/>
              <a:gd name="T17" fmla="*/ 33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03" h="2381">
                <a:moveTo>
                  <a:pt x="0" y="33"/>
                </a:moveTo>
                <a:lnTo>
                  <a:pt x="1155" y="1188"/>
                </a:lnTo>
                <a:lnTo>
                  <a:pt x="0" y="2347"/>
                </a:lnTo>
                <a:lnTo>
                  <a:pt x="14" y="2357"/>
                </a:lnTo>
                <a:lnTo>
                  <a:pt x="14" y="2381"/>
                </a:lnTo>
                <a:lnTo>
                  <a:pt x="1203" y="1188"/>
                </a:lnTo>
                <a:lnTo>
                  <a:pt x="14" y="0"/>
                </a:lnTo>
                <a:lnTo>
                  <a:pt x="14" y="24"/>
                </a:lnTo>
                <a:lnTo>
                  <a:pt x="0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1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icture Placeholder 801">
            <a:extLst>
              <a:ext uri="{FF2B5EF4-FFF2-40B4-BE49-F238E27FC236}">
                <a16:creationId xmlns:a16="http://schemas.microsoft.com/office/drawing/2014/main" id="{1A0996FF-1700-5C4B-940C-A16A17D079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435225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693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3">
            <a:extLst>
              <a:ext uri="{FF2B5EF4-FFF2-40B4-BE49-F238E27FC236}">
                <a16:creationId xmlns:a16="http://schemas.microsoft.com/office/drawing/2014/main" id="{4012140E-85EE-5C48-8F42-57C7393231A4}"/>
              </a:ext>
            </a:extLst>
          </p:cNvPr>
          <p:cNvSpPr/>
          <p:nvPr userDrawn="1"/>
        </p:nvSpPr>
        <p:spPr>
          <a:xfrm>
            <a:off x="2071691" y="1396997"/>
            <a:ext cx="1089022" cy="108902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84200" dist="342900" dir="8100000" algn="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ED45E2-064B-E042-85F4-22BD53A89F9B}"/>
              </a:ext>
            </a:extLst>
          </p:cNvPr>
          <p:cNvSpPr/>
          <p:nvPr userDrawn="1"/>
        </p:nvSpPr>
        <p:spPr>
          <a:xfrm>
            <a:off x="5420102" y="1396997"/>
            <a:ext cx="1089022" cy="108902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84200" dist="342900" dir="8100000" algn="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F214E8A-4551-D646-AA95-F814A0181BF4}"/>
              </a:ext>
            </a:extLst>
          </p:cNvPr>
          <p:cNvSpPr/>
          <p:nvPr userDrawn="1"/>
        </p:nvSpPr>
        <p:spPr>
          <a:xfrm>
            <a:off x="3732245" y="1396997"/>
            <a:ext cx="1089022" cy="108902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84200" dist="342900" dir="8100000" algn="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91" name="Picture Placeholder 90">
            <a:extLst>
              <a:ext uri="{FF2B5EF4-FFF2-40B4-BE49-F238E27FC236}">
                <a16:creationId xmlns:a16="http://schemas.microsoft.com/office/drawing/2014/main" id="{F2B75ADC-12B8-3A4C-8681-A364C66047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2222" y="1396997"/>
            <a:ext cx="1088491" cy="1089022"/>
          </a:xfrm>
          <a:custGeom>
            <a:avLst/>
            <a:gdLst>
              <a:gd name="connsiteX0" fmla="*/ 544511 w 1088491"/>
              <a:gd name="connsiteY0" fmla="*/ 0 h 1089022"/>
              <a:gd name="connsiteX1" fmla="*/ 1077960 w 1088491"/>
              <a:gd name="connsiteY1" fmla="*/ 434773 h 1089022"/>
              <a:gd name="connsiteX2" fmla="*/ 1088491 w 1088491"/>
              <a:gd name="connsiteY2" fmla="*/ 539244 h 1089022"/>
              <a:gd name="connsiteX3" fmla="*/ 1088491 w 1088491"/>
              <a:gd name="connsiteY3" fmla="*/ 549779 h 1089022"/>
              <a:gd name="connsiteX4" fmla="*/ 1077960 w 1088491"/>
              <a:gd name="connsiteY4" fmla="*/ 654249 h 1089022"/>
              <a:gd name="connsiteX5" fmla="*/ 544511 w 1088491"/>
              <a:gd name="connsiteY5" fmla="*/ 1089022 h 1089022"/>
              <a:gd name="connsiteX6" fmla="*/ 0 w 1088491"/>
              <a:gd name="connsiteY6" fmla="*/ 544511 h 1089022"/>
              <a:gd name="connsiteX7" fmla="*/ 544511 w 1088491"/>
              <a:gd name="connsiteY7" fmla="*/ 0 h 108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8491" h="1089022">
                <a:moveTo>
                  <a:pt x="544511" y="0"/>
                </a:moveTo>
                <a:cubicBezTo>
                  <a:pt x="807645" y="0"/>
                  <a:pt x="1027186" y="186649"/>
                  <a:pt x="1077960" y="434773"/>
                </a:cubicBezTo>
                <a:lnTo>
                  <a:pt x="1088491" y="539244"/>
                </a:lnTo>
                <a:lnTo>
                  <a:pt x="1088491" y="549779"/>
                </a:lnTo>
                <a:lnTo>
                  <a:pt x="1077960" y="654249"/>
                </a:lnTo>
                <a:cubicBezTo>
                  <a:pt x="1027186" y="902373"/>
                  <a:pt x="807645" y="1089022"/>
                  <a:pt x="544511" y="1089022"/>
                </a:cubicBezTo>
                <a:cubicBezTo>
                  <a:pt x="243786" y="1089022"/>
                  <a:pt x="0" y="845236"/>
                  <a:pt x="0" y="544511"/>
                </a:cubicBezTo>
                <a:cubicBezTo>
                  <a:pt x="0" y="243786"/>
                  <a:pt x="243786" y="0"/>
                  <a:pt x="544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  <p:sp>
        <p:nvSpPr>
          <p:cNvPr id="92" name="Picture Placeholder 91">
            <a:extLst>
              <a:ext uri="{FF2B5EF4-FFF2-40B4-BE49-F238E27FC236}">
                <a16:creationId xmlns:a16="http://schemas.microsoft.com/office/drawing/2014/main" id="{F03D1C3B-0841-E74D-B535-C7972391E3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45615" y="1396997"/>
            <a:ext cx="1088491" cy="1089022"/>
          </a:xfrm>
          <a:custGeom>
            <a:avLst/>
            <a:gdLst>
              <a:gd name="connsiteX0" fmla="*/ 544511 w 1088491"/>
              <a:gd name="connsiteY0" fmla="*/ 0 h 1089022"/>
              <a:gd name="connsiteX1" fmla="*/ 1077960 w 1088491"/>
              <a:gd name="connsiteY1" fmla="*/ 434773 h 1089022"/>
              <a:gd name="connsiteX2" fmla="*/ 1088491 w 1088491"/>
              <a:gd name="connsiteY2" fmla="*/ 539244 h 1089022"/>
              <a:gd name="connsiteX3" fmla="*/ 1088491 w 1088491"/>
              <a:gd name="connsiteY3" fmla="*/ 549779 h 1089022"/>
              <a:gd name="connsiteX4" fmla="*/ 1077960 w 1088491"/>
              <a:gd name="connsiteY4" fmla="*/ 654249 h 1089022"/>
              <a:gd name="connsiteX5" fmla="*/ 544511 w 1088491"/>
              <a:gd name="connsiteY5" fmla="*/ 1089022 h 1089022"/>
              <a:gd name="connsiteX6" fmla="*/ 0 w 1088491"/>
              <a:gd name="connsiteY6" fmla="*/ 544511 h 1089022"/>
              <a:gd name="connsiteX7" fmla="*/ 544511 w 1088491"/>
              <a:gd name="connsiteY7" fmla="*/ 0 h 108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8491" h="1089022">
                <a:moveTo>
                  <a:pt x="544511" y="0"/>
                </a:moveTo>
                <a:cubicBezTo>
                  <a:pt x="807645" y="0"/>
                  <a:pt x="1027186" y="186649"/>
                  <a:pt x="1077960" y="434773"/>
                </a:cubicBezTo>
                <a:lnTo>
                  <a:pt x="1088491" y="539244"/>
                </a:lnTo>
                <a:lnTo>
                  <a:pt x="1088491" y="549779"/>
                </a:lnTo>
                <a:lnTo>
                  <a:pt x="1077960" y="654249"/>
                </a:lnTo>
                <a:cubicBezTo>
                  <a:pt x="1027186" y="902373"/>
                  <a:pt x="807645" y="1089022"/>
                  <a:pt x="544511" y="1089022"/>
                </a:cubicBezTo>
                <a:cubicBezTo>
                  <a:pt x="243786" y="1089022"/>
                  <a:pt x="0" y="845236"/>
                  <a:pt x="0" y="544511"/>
                </a:cubicBezTo>
                <a:cubicBezTo>
                  <a:pt x="0" y="243786"/>
                  <a:pt x="243786" y="0"/>
                  <a:pt x="544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  <p:sp>
        <p:nvSpPr>
          <p:cNvPr id="93" name="Picture Placeholder 92">
            <a:extLst>
              <a:ext uri="{FF2B5EF4-FFF2-40B4-BE49-F238E27FC236}">
                <a16:creationId xmlns:a16="http://schemas.microsoft.com/office/drawing/2014/main" id="{F7B185AF-AA28-D845-A5ED-46152F20F6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07687" y="1396997"/>
            <a:ext cx="1088491" cy="1089022"/>
          </a:xfrm>
          <a:custGeom>
            <a:avLst/>
            <a:gdLst>
              <a:gd name="connsiteX0" fmla="*/ 544511 w 1088491"/>
              <a:gd name="connsiteY0" fmla="*/ 0 h 1089022"/>
              <a:gd name="connsiteX1" fmla="*/ 1077960 w 1088491"/>
              <a:gd name="connsiteY1" fmla="*/ 434773 h 1089022"/>
              <a:gd name="connsiteX2" fmla="*/ 1088491 w 1088491"/>
              <a:gd name="connsiteY2" fmla="*/ 539244 h 1089022"/>
              <a:gd name="connsiteX3" fmla="*/ 1088491 w 1088491"/>
              <a:gd name="connsiteY3" fmla="*/ 549779 h 1089022"/>
              <a:gd name="connsiteX4" fmla="*/ 1077960 w 1088491"/>
              <a:gd name="connsiteY4" fmla="*/ 654249 h 1089022"/>
              <a:gd name="connsiteX5" fmla="*/ 544511 w 1088491"/>
              <a:gd name="connsiteY5" fmla="*/ 1089022 h 1089022"/>
              <a:gd name="connsiteX6" fmla="*/ 0 w 1088491"/>
              <a:gd name="connsiteY6" fmla="*/ 544511 h 1089022"/>
              <a:gd name="connsiteX7" fmla="*/ 544511 w 1088491"/>
              <a:gd name="connsiteY7" fmla="*/ 0 h 108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8491" h="1089022">
                <a:moveTo>
                  <a:pt x="544511" y="0"/>
                </a:moveTo>
                <a:cubicBezTo>
                  <a:pt x="807645" y="0"/>
                  <a:pt x="1027186" y="186649"/>
                  <a:pt x="1077960" y="434773"/>
                </a:cubicBezTo>
                <a:lnTo>
                  <a:pt x="1088491" y="539244"/>
                </a:lnTo>
                <a:lnTo>
                  <a:pt x="1088491" y="549779"/>
                </a:lnTo>
                <a:lnTo>
                  <a:pt x="1077960" y="654249"/>
                </a:lnTo>
                <a:cubicBezTo>
                  <a:pt x="1027186" y="902373"/>
                  <a:pt x="807645" y="1089022"/>
                  <a:pt x="544511" y="1089022"/>
                </a:cubicBezTo>
                <a:cubicBezTo>
                  <a:pt x="243786" y="1089022"/>
                  <a:pt x="0" y="845236"/>
                  <a:pt x="0" y="544511"/>
                </a:cubicBezTo>
                <a:cubicBezTo>
                  <a:pt x="0" y="243786"/>
                  <a:pt x="243786" y="0"/>
                  <a:pt x="544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  <p:sp>
        <p:nvSpPr>
          <p:cNvPr id="97" name="Picture Placeholder 96">
            <a:extLst>
              <a:ext uri="{FF2B5EF4-FFF2-40B4-BE49-F238E27FC236}">
                <a16:creationId xmlns:a16="http://schemas.microsoft.com/office/drawing/2014/main" id="{7EED48DA-1D54-E94C-B616-D0F5D3C2D4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4203" y="4356708"/>
            <a:ext cx="4693324" cy="1538998"/>
          </a:xfrm>
          <a:custGeom>
            <a:avLst/>
            <a:gdLst>
              <a:gd name="connsiteX0" fmla="*/ 163195 w 4693324"/>
              <a:gd name="connsiteY0" fmla="*/ 0 h 1538998"/>
              <a:gd name="connsiteX1" fmla="*/ 4530129 w 4693324"/>
              <a:gd name="connsiteY1" fmla="*/ 0 h 1538998"/>
              <a:gd name="connsiteX2" fmla="*/ 4693324 w 4693324"/>
              <a:gd name="connsiteY2" fmla="*/ 163195 h 1538998"/>
              <a:gd name="connsiteX3" fmla="*/ 4693324 w 4693324"/>
              <a:gd name="connsiteY3" fmla="*/ 1375803 h 1538998"/>
              <a:gd name="connsiteX4" fmla="*/ 4530129 w 4693324"/>
              <a:gd name="connsiteY4" fmla="*/ 1538998 h 1538998"/>
              <a:gd name="connsiteX5" fmla="*/ 163195 w 4693324"/>
              <a:gd name="connsiteY5" fmla="*/ 1538998 h 1538998"/>
              <a:gd name="connsiteX6" fmla="*/ 0 w 4693324"/>
              <a:gd name="connsiteY6" fmla="*/ 1375803 h 1538998"/>
              <a:gd name="connsiteX7" fmla="*/ 0 w 4693324"/>
              <a:gd name="connsiteY7" fmla="*/ 163195 h 1538998"/>
              <a:gd name="connsiteX8" fmla="*/ 163195 w 4693324"/>
              <a:gd name="connsiteY8" fmla="*/ 0 h 153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93324" h="1538998">
                <a:moveTo>
                  <a:pt x="163195" y="0"/>
                </a:moveTo>
                <a:lnTo>
                  <a:pt x="4530129" y="0"/>
                </a:lnTo>
                <a:cubicBezTo>
                  <a:pt x="4620259" y="0"/>
                  <a:pt x="4693324" y="73065"/>
                  <a:pt x="4693324" y="163195"/>
                </a:cubicBezTo>
                <a:lnTo>
                  <a:pt x="4693324" y="1375803"/>
                </a:lnTo>
                <a:cubicBezTo>
                  <a:pt x="4693324" y="1465933"/>
                  <a:pt x="4620259" y="1538998"/>
                  <a:pt x="4530129" y="1538998"/>
                </a:cubicBezTo>
                <a:lnTo>
                  <a:pt x="163195" y="1538998"/>
                </a:lnTo>
                <a:cubicBezTo>
                  <a:pt x="73065" y="1538998"/>
                  <a:pt x="0" y="1465933"/>
                  <a:pt x="0" y="1375803"/>
                </a:cubicBezTo>
                <a:lnTo>
                  <a:pt x="0" y="163195"/>
                </a:lnTo>
                <a:cubicBezTo>
                  <a:pt x="0" y="73065"/>
                  <a:pt x="73065" y="0"/>
                  <a:pt x="16319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2383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2DA36502-59A0-604C-942A-3A5A2A9D4723}"/>
              </a:ext>
            </a:extLst>
          </p:cNvPr>
          <p:cNvSpPr/>
          <p:nvPr userDrawn="1"/>
        </p:nvSpPr>
        <p:spPr>
          <a:xfrm>
            <a:off x="5667999" y="4266948"/>
            <a:ext cx="1404132" cy="1500885"/>
          </a:xfrm>
          <a:prstGeom prst="roundRect">
            <a:avLst>
              <a:gd name="adj" fmla="val 10910"/>
            </a:avLst>
          </a:prstGeom>
          <a:solidFill>
            <a:schemeClr val="bg1"/>
          </a:solidFill>
          <a:ln>
            <a:noFill/>
          </a:ln>
          <a:effectLst>
            <a:outerShdw blurRad="825500" dist="317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38516D6-AE87-1042-A378-57F8CCF5305B}"/>
              </a:ext>
            </a:extLst>
          </p:cNvPr>
          <p:cNvSpPr/>
          <p:nvPr userDrawn="1"/>
        </p:nvSpPr>
        <p:spPr>
          <a:xfrm>
            <a:off x="7678342" y="4266948"/>
            <a:ext cx="1404132" cy="1500885"/>
          </a:xfrm>
          <a:prstGeom prst="roundRect">
            <a:avLst>
              <a:gd name="adj" fmla="val 10910"/>
            </a:avLst>
          </a:prstGeom>
          <a:solidFill>
            <a:schemeClr val="bg1"/>
          </a:solidFill>
          <a:ln>
            <a:noFill/>
          </a:ln>
          <a:effectLst>
            <a:outerShdw blurRad="825500" dist="317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7442E51F-4BDA-7B4C-8B69-3DD3F8698E83}"/>
              </a:ext>
            </a:extLst>
          </p:cNvPr>
          <p:cNvSpPr/>
          <p:nvPr userDrawn="1"/>
        </p:nvSpPr>
        <p:spPr>
          <a:xfrm>
            <a:off x="9692592" y="4266948"/>
            <a:ext cx="1404132" cy="1500885"/>
          </a:xfrm>
          <a:prstGeom prst="roundRect">
            <a:avLst>
              <a:gd name="adj" fmla="val 10910"/>
            </a:avLst>
          </a:prstGeom>
          <a:solidFill>
            <a:schemeClr val="bg1"/>
          </a:solidFill>
          <a:ln>
            <a:noFill/>
          </a:ln>
          <a:effectLst>
            <a:outerShdw blurRad="825500" dist="317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E30BB715-43AA-9447-BFA6-7D51AC3668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64092" y="4266948"/>
            <a:ext cx="1404132" cy="1500885"/>
          </a:xfrm>
          <a:custGeom>
            <a:avLst/>
            <a:gdLst>
              <a:gd name="connsiteX0" fmla="*/ 153191 w 1404132"/>
              <a:gd name="connsiteY0" fmla="*/ 0 h 1500885"/>
              <a:gd name="connsiteX1" fmla="*/ 1250941 w 1404132"/>
              <a:gd name="connsiteY1" fmla="*/ 0 h 1500885"/>
              <a:gd name="connsiteX2" fmla="*/ 1404132 w 1404132"/>
              <a:gd name="connsiteY2" fmla="*/ 153191 h 1500885"/>
              <a:gd name="connsiteX3" fmla="*/ 1404132 w 1404132"/>
              <a:gd name="connsiteY3" fmla="*/ 1347694 h 1500885"/>
              <a:gd name="connsiteX4" fmla="*/ 1250941 w 1404132"/>
              <a:gd name="connsiteY4" fmla="*/ 1500885 h 1500885"/>
              <a:gd name="connsiteX5" fmla="*/ 153191 w 1404132"/>
              <a:gd name="connsiteY5" fmla="*/ 1500885 h 1500885"/>
              <a:gd name="connsiteX6" fmla="*/ 0 w 1404132"/>
              <a:gd name="connsiteY6" fmla="*/ 1347694 h 1500885"/>
              <a:gd name="connsiteX7" fmla="*/ 0 w 1404132"/>
              <a:gd name="connsiteY7" fmla="*/ 153191 h 1500885"/>
              <a:gd name="connsiteX8" fmla="*/ 153191 w 1404132"/>
              <a:gd name="connsiteY8" fmla="*/ 0 h 150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4132" h="1500885">
                <a:moveTo>
                  <a:pt x="153191" y="0"/>
                </a:moveTo>
                <a:lnTo>
                  <a:pt x="1250941" y="0"/>
                </a:lnTo>
                <a:cubicBezTo>
                  <a:pt x="1335546" y="0"/>
                  <a:pt x="1404132" y="68586"/>
                  <a:pt x="1404132" y="153191"/>
                </a:cubicBezTo>
                <a:lnTo>
                  <a:pt x="1404132" y="1347694"/>
                </a:lnTo>
                <a:cubicBezTo>
                  <a:pt x="1404132" y="1432299"/>
                  <a:pt x="1335546" y="1500885"/>
                  <a:pt x="1250941" y="1500885"/>
                </a:cubicBezTo>
                <a:lnTo>
                  <a:pt x="153191" y="1500885"/>
                </a:lnTo>
                <a:cubicBezTo>
                  <a:pt x="68586" y="1500885"/>
                  <a:pt x="0" y="1432299"/>
                  <a:pt x="0" y="1347694"/>
                </a:cubicBezTo>
                <a:lnTo>
                  <a:pt x="0" y="153191"/>
                </a:lnTo>
                <a:cubicBezTo>
                  <a:pt x="0" y="68586"/>
                  <a:pt x="68586" y="0"/>
                  <a:pt x="15319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03AAAE47-48AF-AF4D-AF62-6FCF45468E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78342" y="4266948"/>
            <a:ext cx="1404132" cy="1500885"/>
          </a:xfrm>
          <a:custGeom>
            <a:avLst/>
            <a:gdLst>
              <a:gd name="connsiteX0" fmla="*/ 153191 w 1404132"/>
              <a:gd name="connsiteY0" fmla="*/ 0 h 1500885"/>
              <a:gd name="connsiteX1" fmla="*/ 1250941 w 1404132"/>
              <a:gd name="connsiteY1" fmla="*/ 0 h 1500885"/>
              <a:gd name="connsiteX2" fmla="*/ 1404132 w 1404132"/>
              <a:gd name="connsiteY2" fmla="*/ 153191 h 1500885"/>
              <a:gd name="connsiteX3" fmla="*/ 1404132 w 1404132"/>
              <a:gd name="connsiteY3" fmla="*/ 1347694 h 1500885"/>
              <a:gd name="connsiteX4" fmla="*/ 1250941 w 1404132"/>
              <a:gd name="connsiteY4" fmla="*/ 1500885 h 1500885"/>
              <a:gd name="connsiteX5" fmla="*/ 153191 w 1404132"/>
              <a:gd name="connsiteY5" fmla="*/ 1500885 h 1500885"/>
              <a:gd name="connsiteX6" fmla="*/ 0 w 1404132"/>
              <a:gd name="connsiteY6" fmla="*/ 1347694 h 1500885"/>
              <a:gd name="connsiteX7" fmla="*/ 0 w 1404132"/>
              <a:gd name="connsiteY7" fmla="*/ 153191 h 1500885"/>
              <a:gd name="connsiteX8" fmla="*/ 153191 w 1404132"/>
              <a:gd name="connsiteY8" fmla="*/ 0 h 150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4132" h="1500885">
                <a:moveTo>
                  <a:pt x="153191" y="0"/>
                </a:moveTo>
                <a:lnTo>
                  <a:pt x="1250941" y="0"/>
                </a:lnTo>
                <a:cubicBezTo>
                  <a:pt x="1335546" y="0"/>
                  <a:pt x="1404132" y="68586"/>
                  <a:pt x="1404132" y="153191"/>
                </a:cubicBezTo>
                <a:lnTo>
                  <a:pt x="1404132" y="1347694"/>
                </a:lnTo>
                <a:cubicBezTo>
                  <a:pt x="1404132" y="1432299"/>
                  <a:pt x="1335546" y="1500885"/>
                  <a:pt x="1250941" y="1500885"/>
                </a:cubicBezTo>
                <a:lnTo>
                  <a:pt x="153191" y="1500885"/>
                </a:lnTo>
                <a:cubicBezTo>
                  <a:pt x="68586" y="1500885"/>
                  <a:pt x="0" y="1432299"/>
                  <a:pt x="0" y="1347694"/>
                </a:cubicBezTo>
                <a:lnTo>
                  <a:pt x="0" y="153191"/>
                </a:lnTo>
                <a:cubicBezTo>
                  <a:pt x="0" y="68586"/>
                  <a:pt x="68586" y="0"/>
                  <a:pt x="15319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8C6EEE55-11BB-B04D-AFDB-6F122350B0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692592" y="4266948"/>
            <a:ext cx="1404132" cy="1500885"/>
          </a:xfrm>
          <a:custGeom>
            <a:avLst/>
            <a:gdLst>
              <a:gd name="connsiteX0" fmla="*/ 153191 w 1404132"/>
              <a:gd name="connsiteY0" fmla="*/ 0 h 1500885"/>
              <a:gd name="connsiteX1" fmla="*/ 1250941 w 1404132"/>
              <a:gd name="connsiteY1" fmla="*/ 0 h 1500885"/>
              <a:gd name="connsiteX2" fmla="*/ 1404132 w 1404132"/>
              <a:gd name="connsiteY2" fmla="*/ 153191 h 1500885"/>
              <a:gd name="connsiteX3" fmla="*/ 1404132 w 1404132"/>
              <a:gd name="connsiteY3" fmla="*/ 1347694 h 1500885"/>
              <a:gd name="connsiteX4" fmla="*/ 1250941 w 1404132"/>
              <a:gd name="connsiteY4" fmla="*/ 1500885 h 1500885"/>
              <a:gd name="connsiteX5" fmla="*/ 153191 w 1404132"/>
              <a:gd name="connsiteY5" fmla="*/ 1500885 h 1500885"/>
              <a:gd name="connsiteX6" fmla="*/ 0 w 1404132"/>
              <a:gd name="connsiteY6" fmla="*/ 1347694 h 1500885"/>
              <a:gd name="connsiteX7" fmla="*/ 0 w 1404132"/>
              <a:gd name="connsiteY7" fmla="*/ 153191 h 1500885"/>
              <a:gd name="connsiteX8" fmla="*/ 153191 w 1404132"/>
              <a:gd name="connsiteY8" fmla="*/ 0 h 150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4132" h="1500885">
                <a:moveTo>
                  <a:pt x="153191" y="0"/>
                </a:moveTo>
                <a:lnTo>
                  <a:pt x="1250941" y="0"/>
                </a:lnTo>
                <a:cubicBezTo>
                  <a:pt x="1335546" y="0"/>
                  <a:pt x="1404132" y="68586"/>
                  <a:pt x="1404132" y="153191"/>
                </a:cubicBezTo>
                <a:lnTo>
                  <a:pt x="1404132" y="1347694"/>
                </a:lnTo>
                <a:cubicBezTo>
                  <a:pt x="1404132" y="1432299"/>
                  <a:pt x="1335546" y="1500885"/>
                  <a:pt x="1250941" y="1500885"/>
                </a:cubicBezTo>
                <a:lnTo>
                  <a:pt x="153191" y="1500885"/>
                </a:lnTo>
                <a:cubicBezTo>
                  <a:pt x="68586" y="1500885"/>
                  <a:pt x="0" y="1432299"/>
                  <a:pt x="0" y="1347694"/>
                </a:cubicBezTo>
                <a:lnTo>
                  <a:pt x="0" y="153191"/>
                </a:lnTo>
                <a:cubicBezTo>
                  <a:pt x="0" y="68586"/>
                  <a:pt x="68586" y="0"/>
                  <a:pt x="15319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3881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B37E9-AA33-EE47-897E-8E8BC69192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67" r="50000" b="28754"/>
          <a:stretch/>
        </p:blipFill>
        <p:spPr>
          <a:xfrm>
            <a:off x="3741877" y="0"/>
            <a:ext cx="8450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25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8AEDFE-B8EA-2B49-9562-64E21372F2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0667" b="28753"/>
          <a:stretch/>
        </p:blipFill>
        <p:spPr>
          <a:xfrm>
            <a:off x="0" y="0"/>
            <a:ext cx="84501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95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3075BEB-DAAA-F94D-9725-3A54582544E9}"/>
              </a:ext>
            </a:extLst>
          </p:cNvPr>
          <p:cNvSpPr/>
          <p:nvPr userDrawn="1"/>
        </p:nvSpPr>
        <p:spPr>
          <a:xfrm>
            <a:off x="1660185" y="1153411"/>
            <a:ext cx="2957209" cy="4838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E53145-A543-3F4F-A57C-EA7E5A8AA5F2}"/>
              </a:ext>
            </a:extLst>
          </p:cNvPr>
          <p:cNvSpPr/>
          <p:nvPr userDrawn="1"/>
        </p:nvSpPr>
        <p:spPr>
          <a:xfrm>
            <a:off x="7574599" y="1153411"/>
            <a:ext cx="2957209" cy="4838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39A29F0B-9ACB-7B46-967D-24AF3C4D465C}"/>
              </a:ext>
            </a:extLst>
          </p:cNvPr>
          <p:cNvSpPr/>
          <p:nvPr userDrawn="1"/>
        </p:nvSpPr>
        <p:spPr>
          <a:xfrm>
            <a:off x="1660189" y="1547155"/>
            <a:ext cx="8871621" cy="3287949"/>
          </a:xfrm>
          <a:custGeom>
            <a:avLst/>
            <a:gdLst>
              <a:gd name="connsiteX0" fmla="*/ 0 w 8871621"/>
              <a:gd name="connsiteY0" fmla="*/ 0 h 3287949"/>
              <a:gd name="connsiteX1" fmla="*/ 2957207 w 8871621"/>
              <a:gd name="connsiteY1" fmla="*/ 0 h 3287949"/>
              <a:gd name="connsiteX2" fmla="*/ 5914414 w 8871621"/>
              <a:gd name="connsiteY2" fmla="*/ 0 h 3287949"/>
              <a:gd name="connsiteX3" fmla="*/ 8871621 w 8871621"/>
              <a:gd name="connsiteY3" fmla="*/ 0 h 3287949"/>
              <a:gd name="connsiteX4" fmla="*/ 8871621 w 8871621"/>
              <a:gd name="connsiteY4" fmla="*/ 804287 h 3287949"/>
              <a:gd name="connsiteX5" fmla="*/ 5914414 w 8871621"/>
              <a:gd name="connsiteY5" fmla="*/ 2460062 h 3287949"/>
              <a:gd name="connsiteX6" fmla="*/ 4435810 w 8871621"/>
              <a:gd name="connsiteY6" fmla="*/ 3287949 h 3287949"/>
              <a:gd name="connsiteX7" fmla="*/ 2957207 w 8871621"/>
              <a:gd name="connsiteY7" fmla="*/ 2460062 h 3287949"/>
              <a:gd name="connsiteX8" fmla="*/ 0 w 8871621"/>
              <a:gd name="connsiteY8" fmla="*/ 804287 h 328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71621" h="3287949">
                <a:moveTo>
                  <a:pt x="0" y="0"/>
                </a:moveTo>
                <a:lnTo>
                  <a:pt x="2957207" y="0"/>
                </a:lnTo>
                <a:lnTo>
                  <a:pt x="5914414" y="0"/>
                </a:lnTo>
                <a:lnTo>
                  <a:pt x="8871621" y="0"/>
                </a:lnTo>
                <a:lnTo>
                  <a:pt x="8871621" y="804287"/>
                </a:lnTo>
                <a:lnTo>
                  <a:pt x="5914414" y="2460062"/>
                </a:lnTo>
                <a:lnTo>
                  <a:pt x="4435810" y="3287949"/>
                </a:lnTo>
                <a:lnTo>
                  <a:pt x="2957207" y="2460062"/>
                </a:lnTo>
                <a:lnTo>
                  <a:pt x="0" y="80428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9DF6FE2-DD31-D341-8B41-95C5C3404D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60189" y="695680"/>
            <a:ext cx="8871621" cy="3750317"/>
          </a:xfrm>
          <a:custGeom>
            <a:avLst/>
            <a:gdLst>
              <a:gd name="connsiteX0" fmla="*/ 2957207 w 8871621"/>
              <a:gd name="connsiteY0" fmla="*/ 0 h 3750317"/>
              <a:gd name="connsiteX1" fmla="*/ 5914414 w 8871621"/>
              <a:gd name="connsiteY1" fmla="*/ 0 h 3750317"/>
              <a:gd name="connsiteX2" fmla="*/ 5914414 w 8871621"/>
              <a:gd name="connsiteY2" fmla="*/ 462368 h 3750317"/>
              <a:gd name="connsiteX3" fmla="*/ 8871621 w 8871621"/>
              <a:gd name="connsiteY3" fmla="*/ 462368 h 3750317"/>
              <a:gd name="connsiteX4" fmla="*/ 8871621 w 8871621"/>
              <a:gd name="connsiteY4" fmla="*/ 1266655 h 3750317"/>
              <a:gd name="connsiteX5" fmla="*/ 5914414 w 8871621"/>
              <a:gd name="connsiteY5" fmla="*/ 2922430 h 3750317"/>
              <a:gd name="connsiteX6" fmla="*/ 4435810 w 8871621"/>
              <a:gd name="connsiteY6" fmla="*/ 3750317 h 3750317"/>
              <a:gd name="connsiteX7" fmla="*/ 2957207 w 8871621"/>
              <a:gd name="connsiteY7" fmla="*/ 2922430 h 3750317"/>
              <a:gd name="connsiteX8" fmla="*/ 0 w 8871621"/>
              <a:gd name="connsiteY8" fmla="*/ 1266655 h 3750317"/>
              <a:gd name="connsiteX9" fmla="*/ 0 w 8871621"/>
              <a:gd name="connsiteY9" fmla="*/ 462368 h 3750317"/>
              <a:gd name="connsiteX10" fmla="*/ 2957207 w 8871621"/>
              <a:gd name="connsiteY10" fmla="*/ 462368 h 375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871621" h="3750317">
                <a:moveTo>
                  <a:pt x="2957207" y="0"/>
                </a:moveTo>
                <a:lnTo>
                  <a:pt x="5914414" y="0"/>
                </a:lnTo>
                <a:lnTo>
                  <a:pt x="5914414" y="462368"/>
                </a:lnTo>
                <a:lnTo>
                  <a:pt x="8871621" y="462368"/>
                </a:lnTo>
                <a:lnTo>
                  <a:pt x="8871621" y="1266655"/>
                </a:lnTo>
                <a:lnTo>
                  <a:pt x="5914414" y="2922430"/>
                </a:lnTo>
                <a:lnTo>
                  <a:pt x="4435810" y="3750317"/>
                </a:lnTo>
                <a:lnTo>
                  <a:pt x="2957207" y="2922430"/>
                </a:lnTo>
                <a:lnTo>
                  <a:pt x="0" y="1266655"/>
                </a:lnTo>
                <a:lnTo>
                  <a:pt x="0" y="462368"/>
                </a:lnTo>
                <a:lnTo>
                  <a:pt x="2957207" y="4623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0719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971323" y="0"/>
            <a:ext cx="10249355" cy="6858000"/>
          </a:xfrm>
          <a:custGeom>
            <a:avLst/>
            <a:gdLst>
              <a:gd name="connsiteX0" fmla="*/ 5124677 w 10249354"/>
              <a:gd name="connsiteY0" fmla="*/ 6088739 h 6858000"/>
              <a:gd name="connsiteX1" fmla="*/ 5893938 w 10249354"/>
              <a:gd name="connsiteY1" fmla="*/ 6858000 h 6858000"/>
              <a:gd name="connsiteX2" fmla="*/ 4355416 w 10249354"/>
              <a:gd name="connsiteY2" fmla="*/ 6858000 h 6858000"/>
              <a:gd name="connsiteX3" fmla="*/ 6395357 w 10249354"/>
              <a:gd name="connsiteY3" fmla="*/ 4785630 h 6858000"/>
              <a:gd name="connsiteX4" fmla="*/ 7624082 w 10249354"/>
              <a:gd name="connsiteY4" fmla="*/ 6014355 h 6858000"/>
              <a:gd name="connsiteX5" fmla="*/ 6780437 w 10249354"/>
              <a:gd name="connsiteY5" fmla="*/ 6858000 h 6858000"/>
              <a:gd name="connsiteX6" fmla="*/ 6010277 w 10249354"/>
              <a:gd name="connsiteY6" fmla="*/ 6858000 h 6858000"/>
              <a:gd name="connsiteX7" fmla="*/ 5166632 w 10249354"/>
              <a:gd name="connsiteY7" fmla="*/ 6014355 h 6858000"/>
              <a:gd name="connsiteX8" fmla="*/ 3853996 w 10249354"/>
              <a:gd name="connsiteY8" fmla="*/ 4785630 h 6858000"/>
              <a:gd name="connsiteX9" fmla="*/ 5082721 w 10249354"/>
              <a:gd name="connsiteY9" fmla="*/ 6014355 h 6858000"/>
              <a:gd name="connsiteX10" fmla="*/ 4239076 w 10249354"/>
              <a:gd name="connsiteY10" fmla="*/ 6858000 h 6858000"/>
              <a:gd name="connsiteX11" fmla="*/ 3468917 w 10249354"/>
              <a:gd name="connsiteY11" fmla="*/ 6858000 h 6858000"/>
              <a:gd name="connsiteX12" fmla="*/ 2625272 w 10249354"/>
              <a:gd name="connsiteY12" fmla="*/ 6014355 h 6858000"/>
              <a:gd name="connsiteX13" fmla="*/ 2541361 w 10249354"/>
              <a:gd name="connsiteY13" fmla="*/ 3482521 h 6858000"/>
              <a:gd name="connsiteX14" fmla="*/ 3770085 w 10249354"/>
              <a:gd name="connsiteY14" fmla="*/ 4711246 h 6858000"/>
              <a:gd name="connsiteX15" fmla="*/ 2541361 w 10249354"/>
              <a:gd name="connsiteY15" fmla="*/ 5939971 h 6858000"/>
              <a:gd name="connsiteX16" fmla="*/ 1312636 w 10249354"/>
              <a:gd name="connsiteY16" fmla="*/ 4711246 h 6858000"/>
              <a:gd name="connsiteX17" fmla="*/ 7707993 w 10249354"/>
              <a:gd name="connsiteY17" fmla="*/ 3482067 h 6858000"/>
              <a:gd name="connsiteX18" fmla="*/ 8936718 w 10249354"/>
              <a:gd name="connsiteY18" fmla="*/ 4710792 h 6858000"/>
              <a:gd name="connsiteX19" fmla="*/ 7707993 w 10249354"/>
              <a:gd name="connsiteY19" fmla="*/ 5939517 h 6858000"/>
              <a:gd name="connsiteX20" fmla="*/ 6479268 w 10249354"/>
              <a:gd name="connsiteY20" fmla="*/ 4710792 h 6858000"/>
              <a:gd name="connsiteX21" fmla="*/ 9020629 w 10249354"/>
              <a:gd name="connsiteY21" fmla="*/ 2168526 h 6858000"/>
              <a:gd name="connsiteX22" fmla="*/ 10249354 w 10249354"/>
              <a:gd name="connsiteY22" fmla="*/ 3397250 h 6858000"/>
              <a:gd name="connsiteX23" fmla="*/ 9020629 w 10249354"/>
              <a:gd name="connsiteY23" fmla="*/ 4625975 h 6858000"/>
              <a:gd name="connsiteX24" fmla="*/ 7791904 w 10249354"/>
              <a:gd name="connsiteY24" fmla="*/ 3397250 h 6858000"/>
              <a:gd name="connsiteX25" fmla="*/ 1228725 w 10249354"/>
              <a:gd name="connsiteY25" fmla="*/ 2168526 h 6858000"/>
              <a:gd name="connsiteX26" fmla="*/ 2457450 w 10249354"/>
              <a:gd name="connsiteY26" fmla="*/ 3397250 h 6858000"/>
              <a:gd name="connsiteX27" fmla="*/ 1228725 w 10249354"/>
              <a:gd name="connsiteY27" fmla="*/ 4625975 h 6858000"/>
              <a:gd name="connsiteX28" fmla="*/ 0 w 10249354"/>
              <a:gd name="connsiteY28" fmla="*/ 3397250 h 6858000"/>
              <a:gd name="connsiteX29" fmla="*/ 7707993 w 10249354"/>
              <a:gd name="connsiteY29" fmla="*/ 854984 h 6858000"/>
              <a:gd name="connsiteX30" fmla="*/ 8936718 w 10249354"/>
              <a:gd name="connsiteY30" fmla="*/ 2083709 h 6858000"/>
              <a:gd name="connsiteX31" fmla="*/ 7707993 w 10249354"/>
              <a:gd name="connsiteY31" fmla="*/ 3312433 h 6858000"/>
              <a:gd name="connsiteX32" fmla="*/ 6479268 w 10249354"/>
              <a:gd name="connsiteY32" fmla="*/ 2083709 h 6858000"/>
              <a:gd name="connsiteX33" fmla="*/ 2541361 w 10249354"/>
              <a:gd name="connsiteY33" fmla="*/ 854984 h 6858000"/>
              <a:gd name="connsiteX34" fmla="*/ 3770085 w 10249354"/>
              <a:gd name="connsiteY34" fmla="*/ 2083709 h 6858000"/>
              <a:gd name="connsiteX35" fmla="*/ 2541361 w 10249354"/>
              <a:gd name="connsiteY35" fmla="*/ 3312433 h 6858000"/>
              <a:gd name="connsiteX36" fmla="*/ 1312636 w 10249354"/>
              <a:gd name="connsiteY36" fmla="*/ 2083709 h 6858000"/>
              <a:gd name="connsiteX37" fmla="*/ 5945416 w 10249354"/>
              <a:gd name="connsiteY37" fmla="*/ 0 h 6858000"/>
              <a:gd name="connsiteX38" fmla="*/ 6845298 w 10249354"/>
              <a:gd name="connsiteY38" fmla="*/ 0 h 6858000"/>
              <a:gd name="connsiteX39" fmla="*/ 7624082 w 10249354"/>
              <a:gd name="connsiteY39" fmla="*/ 778784 h 6858000"/>
              <a:gd name="connsiteX40" fmla="*/ 6395357 w 10249354"/>
              <a:gd name="connsiteY40" fmla="*/ 2007509 h 6858000"/>
              <a:gd name="connsiteX41" fmla="*/ 5166632 w 10249354"/>
              <a:gd name="connsiteY41" fmla="*/ 778784 h 6858000"/>
              <a:gd name="connsiteX42" fmla="*/ 4420960 w 10249354"/>
              <a:gd name="connsiteY42" fmla="*/ 0 h 6858000"/>
              <a:gd name="connsiteX43" fmla="*/ 5826129 w 10249354"/>
              <a:gd name="connsiteY43" fmla="*/ 0 h 6858000"/>
              <a:gd name="connsiteX44" fmla="*/ 5123544 w 10249354"/>
              <a:gd name="connsiteY44" fmla="*/ 702584 h 6858000"/>
              <a:gd name="connsiteX45" fmla="*/ 3404056 w 10249354"/>
              <a:gd name="connsiteY45" fmla="*/ 0 h 6858000"/>
              <a:gd name="connsiteX46" fmla="*/ 4303937 w 10249354"/>
              <a:gd name="connsiteY46" fmla="*/ 0 h 6858000"/>
              <a:gd name="connsiteX47" fmla="*/ 5082721 w 10249354"/>
              <a:gd name="connsiteY47" fmla="*/ 778784 h 6858000"/>
              <a:gd name="connsiteX48" fmla="*/ 3853996 w 10249354"/>
              <a:gd name="connsiteY48" fmla="*/ 2007509 h 6858000"/>
              <a:gd name="connsiteX49" fmla="*/ 2625272 w 10249354"/>
              <a:gd name="connsiteY49" fmla="*/ 7787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0249354" h="6858000">
                <a:moveTo>
                  <a:pt x="5124677" y="6088739"/>
                </a:moveTo>
                <a:lnTo>
                  <a:pt x="5893938" y="6858000"/>
                </a:lnTo>
                <a:lnTo>
                  <a:pt x="4355416" y="6858000"/>
                </a:lnTo>
                <a:close/>
                <a:moveTo>
                  <a:pt x="6395357" y="4785630"/>
                </a:moveTo>
                <a:lnTo>
                  <a:pt x="7624082" y="6014355"/>
                </a:lnTo>
                <a:lnTo>
                  <a:pt x="6780437" y="6858000"/>
                </a:lnTo>
                <a:lnTo>
                  <a:pt x="6010277" y="6858000"/>
                </a:lnTo>
                <a:lnTo>
                  <a:pt x="5166632" y="6014355"/>
                </a:lnTo>
                <a:close/>
                <a:moveTo>
                  <a:pt x="3853996" y="4785630"/>
                </a:moveTo>
                <a:lnTo>
                  <a:pt x="5082721" y="6014355"/>
                </a:lnTo>
                <a:lnTo>
                  <a:pt x="4239076" y="6858000"/>
                </a:lnTo>
                <a:lnTo>
                  <a:pt x="3468917" y="6858000"/>
                </a:lnTo>
                <a:lnTo>
                  <a:pt x="2625272" y="6014355"/>
                </a:lnTo>
                <a:close/>
                <a:moveTo>
                  <a:pt x="2541361" y="3482521"/>
                </a:moveTo>
                <a:lnTo>
                  <a:pt x="3770085" y="4711246"/>
                </a:lnTo>
                <a:lnTo>
                  <a:pt x="2541361" y="5939971"/>
                </a:lnTo>
                <a:lnTo>
                  <a:pt x="1312636" y="4711246"/>
                </a:lnTo>
                <a:close/>
                <a:moveTo>
                  <a:pt x="7707993" y="3482067"/>
                </a:moveTo>
                <a:lnTo>
                  <a:pt x="8936718" y="4710792"/>
                </a:lnTo>
                <a:lnTo>
                  <a:pt x="7707993" y="5939517"/>
                </a:lnTo>
                <a:lnTo>
                  <a:pt x="6479268" y="4710792"/>
                </a:lnTo>
                <a:close/>
                <a:moveTo>
                  <a:pt x="9020629" y="2168526"/>
                </a:moveTo>
                <a:lnTo>
                  <a:pt x="10249354" y="3397250"/>
                </a:lnTo>
                <a:lnTo>
                  <a:pt x="9020629" y="4625975"/>
                </a:lnTo>
                <a:lnTo>
                  <a:pt x="7791904" y="3397250"/>
                </a:lnTo>
                <a:close/>
                <a:moveTo>
                  <a:pt x="1228725" y="2168526"/>
                </a:moveTo>
                <a:lnTo>
                  <a:pt x="2457450" y="3397250"/>
                </a:lnTo>
                <a:lnTo>
                  <a:pt x="1228725" y="4625975"/>
                </a:lnTo>
                <a:lnTo>
                  <a:pt x="0" y="3397250"/>
                </a:lnTo>
                <a:close/>
                <a:moveTo>
                  <a:pt x="7707993" y="854984"/>
                </a:moveTo>
                <a:lnTo>
                  <a:pt x="8936718" y="2083709"/>
                </a:lnTo>
                <a:lnTo>
                  <a:pt x="7707993" y="3312433"/>
                </a:lnTo>
                <a:lnTo>
                  <a:pt x="6479268" y="2083709"/>
                </a:lnTo>
                <a:close/>
                <a:moveTo>
                  <a:pt x="2541361" y="854984"/>
                </a:moveTo>
                <a:lnTo>
                  <a:pt x="3770085" y="2083709"/>
                </a:lnTo>
                <a:lnTo>
                  <a:pt x="2541361" y="3312433"/>
                </a:lnTo>
                <a:lnTo>
                  <a:pt x="1312636" y="2083709"/>
                </a:lnTo>
                <a:close/>
                <a:moveTo>
                  <a:pt x="5945416" y="0"/>
                </a:moveTo>
                <a:lnTo>
                  <a:pt x="6845298" y="0"/>
                </a:lnTo>
                <a:lnTo>
                  <a:pt x="7624082" y="778784"/>
                </a:lnTo>
                <a:lnTo>
                  <a:pt x="6395357" y="2007509"/>
                </a:lnTo>
                <a:lnTo>
                  <a:pt x="5166632" y="778784"/>
                </a:lnTo>
                <a:close/>
                <a:moveTo>
                  <a:pt x="4420960" y="0"/>
                </a:moveTo>
                <a:lnTo>
                  <a:pt x="5826129" y="0"/>
                </a:lnTo>
                <a:lnTo>
                  <a:pt x="5123544" y="702584"/>
                </a:lnTo>
                <a:close/>
                <a:moveTo>
                  <a:pt x="3404056" y="0"/>
                </a:moveTo>
                <a:lnTo>
                  <a:pt x="4303937" y="0"/>
                </a:lnTo>
                <a:lnTo>
                  <a:pt x="5082721" y="778784"/>
                </a:lnTo>
                <a:lnTo>
                  <a:pt x="3853996" y="2007509"/>
                </a:lnTo>
                <a:lnTo>
                  <a:pt x="2625272" y="778784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258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FC7FC-6652-8D48-80B4-4445D8A353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87E06C4-0488-154E-B195-29D6ED1039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2776" y="1270747"/>
            <a:ext cx="4966447" cy="5587253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1262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F3AD8527-8310-4845-A7AC-7924F50944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15685" y="876624"/>
            <a:ext cx="6045200" cy="3322638"/>
          </a:xfrm>
          <a:prstGeom prst="rect">
            <a:avLst/>
          </a:prstGeom>
          <a:solidFill>
            <a:schemeClr val="bg1"/>
          </a:solidFill>
          <a:effectLst>
            <a:outerShdw blurRad="482600" dist="76200" dir="2700000" algn="tl" rotWithShape="0">
              <a:prstClr val="black">
                <a:alpha val="14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26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47713" y="1870075"/>
            <a:ext cx="1558925" cy="15589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854758" y="1870075"/>
            <a:ext cx="1558925" cy="15589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5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cument 3"/>
          <p:cNvSpPr/>
          <p:nvPr userDrawn="1"/>
        </p:nvSpPr>
        <p:spPr>
          <a:xfrm rot="10800000" flipH="1">
            <a:off x="0" y="4530024"/>
            <a:ext cx="12192000" cy="1625848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5374"/>
              <a:gd name="connsiteX1" fmla="*/ 21600 w 21600"/>
              <a:gd name="connsiteY1" fmla="*/ 0 h 25374"/>
              <a:gd name="connsiteX2" fmla="*/ 21600 w 21600"/>
              <a:gd name="connsiteY2" fmla="*/ 17322 h 25374"/>
              <a:gd name="connsiteX3" fmla="*/ 0 w 21600"/>
              <a:gd name="connsiteY3" fmla="*/ 20172 h 25374"/>
              <a:gd name="connsiteX4" fmla="*/ 0 w 21600"/>
              <a:gd name="connsiteY4" fmla="*/ 0 h 25374"/>
              <a:gd name="connsiteX0" fmla="*/ 0 w 21600"/>
              <a:gd name="connsiteY0" fmla="*/ 0 h 24721"/>
              <a:gd name="connsiteX1" fmla="*/ 21600 w 21600"/>
              <a:gd name="connsiteY1" fmla="*/ 0 h 24721"/>
              <a:gd name="connsiteX2" fmla="*/ 21600 w 21600"/>
              <a:gd name="connsiteY2" fmla="*/ 17322 h 24721"/>
              <a:gd name="connsiteX3" fmla="*/ 0 w 21600"/>
              <a:gd name="connsiteY3" fmla="*/ 20172 h 24721"/>
              <a:gd name="connsiteX4" fmla="*/ 0 w 21600"/>
              <a:gd name="connsiteY4" fmla="*/ 0 h 24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4721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7965" y="31866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1000"/>
                </a:schemeClr>
              </a:gs>
              <a:gs pos="100000">
                <a:schemeClr val="accent3">
                  <a:alpha val="5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ocument 3"/>
          <p:cNvSpPr/>
          <p:nvPr userDrawn="1"/>
        </p:nvSpPr>
        <p:spPr>
          <a:xfrm rot="10800000">
            <a:off x="0" y="5003552"/>
            <a:ext cx="12192000" cy="1854448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5374"/>
              <a:gd name="connsiteX1" fmla="*/ 21600 w 21600"/>
              <a:gd name="connsiteY1" fmla="*/ 0 h 25374"/>
              <a:gd name="connsiteX2" fmla="*/ 21600 w 21600"/>
              <a:gd name="connsiteY2" fmla="*/ 17322 h 25374"/>
              <a:gd name="connsiteX3" fmla="*/ 0 w 21600"/>
              <a:gd name="connsiteY3" fmla="*/ 20172 h 25374"/>
              <a:gd name="connsiteX4" fmla="*/ 0 w 21600"/>
              <a:gd name="connsiteY4" fmla="*/ 0 h 25374"/>
              <a:gd name="connsiteX0" fmla="*/ 0 w 21600"/>
              <a:gd name="connsiteY0" fmla="*/ 0 h 24721"/>
              <a:gd name="connsiteX1" fmla="*/ 21600 w 21600"/>
              <a:gd name="connsiteY1" fmla="*/ 0 h 24721"/>
              <a:gd name="connsiteX2" fmla="*/ 21600 w 21600"/>
              <a:gd name="connsiteY2" fmla="*/ 17322 h 24721"/>
              <a:gd name="connsiteX3" fmla="*/ 0 w 21600"/>
              <a:gd name="connsiteY3" fmla="*/ 20172 h 24721"/>
              <a:gd name="connsiteX4" fmla="*/ 0 w 21600"/>
              <a:gd name="connsiteY4" fmla="*/ 0 h 24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4721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7965" y="31866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568044" y="1143000"/>
            <a:ext cx="4342720" cy="2938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34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597264" y="900992"/>
            <a:ext cx="5996209" cy="5072775"/>
          </a:xfrm>
          <a:custGeom>
            <a:avLst/>
            <a:gdLst>
              <a:gd name="connsiteX0" fmla="*/ 716308 w 5996209"/>
              <a:gd name="connsiteY0" fmla="*/ 4215446 h 5072775"/>
              <a:gd name="connsiteX1" fmla="*/ 790901 w 5996209"/>
              <a:gd name="connsiteY1" fmla="*/ 4281241 h 5072775"/>
              <a:gd name="connsiteX2" fmla="*/ 890042 w 5996209"/>
              <a:gd name="connsiteY2" fmla="*/ 4314578 h 5072775"/>
              <a:gd name="connsiteX3" fmla="*/ 959200 w 5996209"/>
              <a:gd name="connsiteY3" fmla="*/ 4309756 h 5072775"/>
              <a:gd name="connsiteX4" fmla="*/ 804768 w 5996209"/>
              <a:gd name="connsiteY4" fmla="*/ 4577239 h 5072775"/>
              <a:gd name="connsiteX5" fmla="*/ 628889 w 5996209"/>
              <a:gd name="connsiteY5" fmla="*/ 4624366 h 5072775"/>
              <a:gd name="connsiteX6" fmla="*/ 581762 w 5996209"/>
              <a:gd name="connsiteY6" fmla="*/ 4448486 h 5072775"/>
              <a:gd name="connsiteX7" fmla="*/ 991285 w 5996209"/>
              <a:gd name="connsiteY7" fmla="*/ 3929944 h 5072775"/>
              <a:gd name="connsiteX8" fmla="*/ 1023549 w 5996209"/>
              <a:gd name="connsiteY8" fmla="*/ 3940794 h 5072775"/>
              <a:gd name="connsiteX9" fmla="*/ 1054925 w 5996209"/>
              <a:gd name="connsiteY9" fmla="*/ 4057889 h 5072775"/>
              <a:gd name="connsiteX10" fmla="*/ 937830 w 5996209"/>
              <a:gd name="connsiteY10" fmla="*/ 4089265 h 5072775"/>
              <a:gd name="connsiteX11" fmla="*/ 906454 w 5996209"/>
              <a:gd name="connsiteY11" fmla="*/ 3972169 h 5072775"/>
              <a:gd name="connsiteX12" fmla="*/ 991285 w 5996209"/>
              <a:gd name="connsiteY12" fmla="*/ 3929944 h 5072775"/>
              <a:gd name="connsiteX13" fmla="*/ 4371206 w 5996209"/>
              <a:gd name="connsiteY13" fmla="*/ 3647495 h 5072775"/>
              <a:gd name="connsiteX14" fmla="*/ 4498664 w 5996209"/>
              <a:gd name="connsiteY14" fmla="*/ 3676955 h 5072775"/>
              <a:gd name="connsiteX15" fmla="*/ 4580569 w 5996209"/>
              <a:gd name="connsiteY15" fmla="*/ 3982631 h 5072775"/>
              <a:gd name="connsiteX16" fmla="*/ 4274895 w 5996209"/>
              <a:gd name="connsiteY16" fmla="*/ 4064535 h 5072775"/>
              <a:gd name="connsiteX17" fmla="*/ 4192988 w 5996209"/>
              <a:gd name="connsiteY17" fmla="*/ 3758861 h 5072775"/>
              <a:gd name="connsiteX18" fmla="*/ 4371206 w 5996209"/>
              <a:gd name="connsiteY18" fmla="*/ 3647495 h 5072775"/>
              <a:gd name="connsiteX19" fmla="*/ 5496972 w 5996209"/>
              <a:gd name="connsiteY19" fmla="*/ 2848564 h 5072775"/>
              <a:gd name="connsiteX20" fmla="*/ 5609286 w 5996209"/>
              <a:gd name="connsiteY20" fmla="*/ 2877085 h 5072775"/>
              <a:gd name="connsiteX21" fmla="*/ 5689941 w 5996209"/>
              <a:gd name="connsiteY21" fmla="*/ 3136321 h 5072775"/>
              <a:gd name="connsiteX22" fmla="*/ 5301711 w 5996209"/>
              <a:gd name="connsiteY22" fmla="*/ 3808757 h 5072775"/>
              <a:gd name="connsiteX23" fmla="*/ 5036877 w 5996209"/>
              <a:gd name="connsiteY23" fmla="*/ 3868525 h 5072775"/>
              <a:gd name="connsiteX24" fmla="*/ 4956221 w 5996209"/>
              <a:gd name="connsiteY24" fmla="*/ 3609288 h 5072775"/>
              <a:gd name="connsiteX25" fmla="*/ 5344452 w 5996209"/>
              <a:gd name="connsiteY25" fmla="*/ 2936853 h 5072775"/>
              <a:gd name="connsiteX26" fmla="*/ 5496972 w 5996209"/>
              <a:gd name="connsiteY26" fmla="*/ 2848564 h 5072775"/>
              <a:gd name="connsiteX27" fmla="*/ 5789095 w 5996209"/>
              <a:gd name="connsiteY27" fmla="*/ 2481309 h 5072775"/>
              <a:gd name="connsiteX28" fmla="*/ 5851790 w 5996209"/>
              <a:gd name="connsiteY28" fmla="*/ 2502390 h 5072775"/>
              <a:gd name="connsiteX29" fmla="*/ 5912758 w 5996209"/>
              <a:gd name="connsiteY29" fmla="*/ 2729927 h 5072775"/>
              <a:gd name="connsiteX30" fmla="*/ 5792723 w 5996209"/>
              <a:gd name="connsiteY30" fmla="*/ 2937833 h 5072775"/>
              <a:gd name="connsiteX31" fmla="*/ 5777016 w 5996209"/>
              <a:gd name="connsiteY31" fmla="*/ 2895770 h 5072775"/>
              <a:gd name="connsiteX32" fmla="*/ 5682909 w 5996209"/>
              <a:gd name="connsiteY32" fmla="*/ 2794901 h 5072775"/>
              <a:gd name="connsiteX33" fmla="*/ 5548501 w 5996209"/>
              <a:gd name="connsiteY33" fmla="*/ 2763836 h 5072775"/>
              <a:gd name="connsiteX34" fmla="*/ 5504219 w 5996209"/>
              <a:gd name="connsiteY34" fmla="*/ 2771265 h 5072775"/>
              <a:gd name="connsiteX35" fmla="*/ 5624254 w 5996209"/>
              <a:gd name="connsiteY35" fmla="*/ 2563359 h 5072775"/>
              <a:gd name="connsiteX36" fmla="*/ 5789095 w 5996209"/>
              <a:gd name="connsiteY36" fmla="*/ 2481309 h 5072775"/>
              <a:gd name="connsiteX37" fmla="*/ 633579 w 5996209"/>
              <a:gd name="connsiteY37" fmla="*/ 1478390 h 5072775"/>
              <a:gd name="connsiteX38" fmla="*/ 745894 w 5996209"/>
              <a:gd name="connsiteY38" fmla="*/ 1506912 h 5072775"/>
              <a:gd name="connsiteX39" fmla="*/ 826549 w 5996209"/>
              <a:gd name="connsiteY39" fmla="*/ 1766148 h 5072775"/>
              <a:gd name="connsiteX40" fmla="*/ 438319 w 5996209"/>
              <a:gd name="connsiteY40" fmla="*/ 2438583 h 5072775"/>
              <a:gd name="connsiteX41" fmla="*/ 388901 w 5996209"/>
              <a:gd name="connsiteY41" fmla="*/ 2492828 h 5072775"/>
              <a:gd name="connsiteX42" fmla="*/ 379008 w 5996209"/>
              <a:gd name="connsiteY42" fmla="*/ 2497205 h 5072775"/>
              <a:gd name="connsiteX43" fmla="*/ 371957 w 5996209"/>
              <a:gd name="connsiteY43" fmla="*/ 2509417 h 5072775"/>
              <a:gd name="connsiteX44" fmla="*/ 144421 w 5996209"/>
              <a:gd name="connsiteY44" fmla="*/ 2570387 h 5072775"/>
              <a:gd name="connsiteX45" fmla="*/ 62371 w 5996209"/>
              <a:gd name="connsiteY45" fmla="*/ 2405545 h 5072775"/>
              <a:gd name="connsiteX46" fmla="*/ 76438 w 5996209"/>
              <a:gd name="connsiteY46" fmla="*/ 2363711 h 5072775"/>
              <a:gd name="connsiteX47" fmla="*/ 70561 w 5996209"/>
              <a:gd name="connsiteY47" fmla="*/ 2309034 h 5072775"/>
              <a:gd name="connsiteX48" fmla="*/ 92830 w 5996209"/>
              <a:gd name="connsiteY48" fmla="*/ 2239115 h 5072775"/>
              <a:gd name="connsiteX49" fmla="*/ 481059 w 5996209"/>
              <a:gd name="connsiteY49" fmla="*/ 1566679 h 5072775"/>
              <a:gd name="connsiteX50" fmla="*/ 633579 w 5996209"/>
              <a:gd name="connsiteY50" fmla="*/ 1478390 h 5072775"/>
              <a:gd name="connsiteX51" fmla="*/ 1593858 w 5996209"/>
              <a:gd name="connsiteY51" fmla="*/ 978782 h 5072775"/>
              <a:gd name="connsiteX52" fmla="*/ 1721316 w 5996209"/>
              <a:gd name="connsiteY52" fmla="*/ 1008242 h 5072775"/>
              <a:gd name="connsiteX53" fmla="*/ 1803222 w 5996209"/>
              <a:gd name="connsiteY53" fmla="*/ 1313917 h 5072775"/>
              <a:gd name="connsiteX54" fmla="*/ 1497546 w 5996209"/>
              <a:gd name="connsiteY54" fmla="*/ 1395823 h 5072775"/>
              <a:gd name="connsiteX55" fmla="*/ 1415641 w 5996209"/>
              <a:gd name="connsiteY55" fmla="*/ 1090146 h 5072775"/>
              <a:gd name="connsiteX56" fmla="*/ 1593858 w 5996209"/>
              <a:gd name="connsiteY56" fmla="*/ 978782 h 5072775"/>
              <a:gd name="connsiteX57" fmla="*/ 5026116 w 5996209"/>
              <a:gd name="connsiteY57" fmla="*/ 972662 h 5072775"/>
              <a:gd name="connsiteX58" fmla="*/ 5058381 w 5996209"/>
              <a:gd name="connsiteY58" fmla="*/ 983511 h 5072775"/>
              <a:gd name="connsiteX59" fmla="*/ 5089757 w 5996209"/>
              <a:gd name="connsiteY59" fmla="*/ 1100608 h 5072775"/>
              <a:gd name="connsiteX60" fmla="*/ 4972661 w 5996209"/>
              <a:gd name="connsiteY60" fmla="*/ 1131984 h 5072775"/>
              <a:gd name="connsiteX61" fmla="*/ 4941286 w 5996209"/>
              <a:gd name="connsiteY61" fmla="*/ 1014888 h 5072775"/>
              <a:gd name="connsiteX62" fmla="*/ 5026116 w 5996209"/>
              <a:gd name="connsiteY62" fmla="*/ 972662 h 5072775"/>
              <a:gd name="connsiteX63" fmla="*/ 5318860 w 5996209"/>
              <a:gd name="connsiteY63" fmla="*/ 432114 h 5072775"/>
              <a:gd name="connsiteX64" fmla="*/ 5367321 w 5996209"/>
              <a:gd name="connsiteY64" fmla="*/ 448411 h 5072775"/>
              <a:gd name="connsiteX65" fmla="*/ 5414449 w 5996209"/>
              <a:gd name="connsiteY65" fmla="*/ 624291 h 5072775"/>
              <a:gd name="connsiteX66" fmla="*/ 5279903 w 5996209"/>
              <a:gd name="connsiteY66" fmla="*/ 857331 h 5072775"/>
              <a:gd name="connsiteX67" fmla="*/ 5205310 w 5996209"/>
              <a:gd name="connsiteY67" fmla="*/ 791536 h 5072775"/>
              <a:gd name="connsiteX68" fmla="*/ 5106169 w 5996209"/>
              <a:gd name="connsiteY68" fmla="*/ 758199 h 5072775"/>
              <a:gd name="connsiteX69" fmla="*/ 5037011 w 5996209"/>
              <a:gd name="connsiteY69" fmla="*/ 763021 h 5072775"/>
              <a:gd name="connsiteX70" fmla="*/ 5191442 w 5996209"/>
              <a:gd name="connsiteY70" fmla="*/ 495538 h 5072775"/>
              <a:gd name="connsiteX71" fmla="*/ 5318860 w 5996209"/>
              <a:gd name="connsiteY71" fmla="*/ 432114 h 5072775"/>
              <a:gd name="connsiteX72" fmla="*/ 4019612 w 5996209"/>
              <a:gd name="connsiteY72" fmla="*/ 501 h 5072775"/>
              <a:gd name="connsiteX73" fmla="*/ 4134147 w 5996209"/>
              <a:gd name="connsiteY73" fmla="*/ 26974 h 5072775"/>
              <a:gd name="connsiteX74" fmla="*/ 4207749 w 5996209"/>
              <a:gd name="connsiteY74" fmla="*/ 301658 h 5072775"/>
              <a:gd name="connsiteX75" fmla="*/ 3703335 w 5996209"/>
              <a:gd name="connsiteY75" fmla="*/ 1175329 h 5072775"/>
              <a:gd name="connsiteX76" fmla="*/ 3730540 w 5996209"/>
              <a:gd name="connsiteY76" fmla="*/ 1199327 h 5072775"/>
              <a:gd name="connsiteX77" fmla="*/ 3806228 w 5996209"/>
              <a:gd name="connsiteY77" fmla="*/ 1224777 h 5072775"/>
              <a:gd name="connsiteX78" fmla="*/ 3837190 w 5996209"/>
              <a:gd name="connsiteY78" fmla="*/ 1222618 h 5072775"/>
              <a:gd name="connsiteX79" fmla="*/ 4303962 w 5996209"/>
              <a:gd name="connsiteY79" fmla="*/ 414144 h 5072775"/>
              <a:gd name="connsiteX80" fmla="*/ 4578646 w 5996209"/>
              <a:gd name="connsiteY80" fmla="*/ 340543 h 5072775"/>
              <a:gd name="connsiteX81" fmla="*/ 4652247 w 5996209"/>
              <a:gd name="connsiteY81" fmla="*/ 615226 h 5072775"/>
              <a:gd name="connsiteX82" fmla="*/ 4430786 w 5996209"/>
              <a:gd name="connsiteY82" fmla="*/ 998807 h 5072775"/>
              <a:gd name="connsiteX83" fmla="*/ 4439125 w 5996209"/>
              <a:gd name="connsiteY83" fmla="*/ 1066767 h 5072775"/>
              <a:gd name="connsiteX84" fmla="*/ 4491354 w 5996209"/>
              <a:gd name="connsiteY84" fmla="*/ 1132845 h 5072775"/>
              <a:gd name="connsiteX85" fmla="*/ 4574695 w 5996209"/>
              <a:gd name="connsiteY85" fmla="*/ 1145038 h 5072775"/>
              <a:gd name="connsiteX86" fmla="*/ 4590402 w 5996209"/>
              <a:gd name="connsiteY86" fmla="*/ 1138369 h 5072775"/>
              <a:gd name="connsiteX87" fmla="*/ 4708889 w 5996209"/>
              <a:gd name="connsiteY87" fmla="*/ 933144 h 5072775"/>
              <a:gd name="connsiteX88" fmla="*/ 4849181 w 5996209"/>
              <a:gd name="connsiteY88" fmla="*/ 895554 h 5072775"/>
              <a:gd name="connsiteX89" fmla="*/ 4886772 w 5996209"/>
              <a:gd name="connsiteY89" fmla="*/ 1035845 h 5072775"/>
              <a:gd name="connsiteX90" fmla="*/ 4791389 w 5996209"/>
              <a:gd name="connsiteY90" fmla="*/ 1201054 h 5072775"/>
              <a:gd name="connsiteX91" fmla="*/ 4806592 w 5996209"/>
              <a:gd name="connsiteY91" fmla="*/ 1257053 h 5072775"/>
              <a:gd name="connsiteX92" fmla="*/ 4872857 w 5996209"/>
              <a:gd name="connsiteY92" fmla="*/ 1327047 h 5072775"/>
              <a:gd name="connsiteX93" fmla="*/ 4966610 w 5996209"/>
              <a:gd name="connsiteY93" fmla="*/ 1349439 h 5072775"/>
              <a:gd name="connsiteX94" fmla="*/ 5016925 w 5996209"/>
              <a:gd name="connsiteY94" fmla="*/ 1336134 h 5072775"/>
              <a:gd name="connsiteX95" fmla="*/ 5187579 w 5996209"/>
              <a:gd name="connsiteY95" fmla="*/ 1040553 h 5072775"/>
              <a:gd name="connsiteX96" fmla="*/ 5455360 w 5996209"/>
              <a:gd name="connsiteY96" fmla="*/ 968800 h 5072775"/>
              <a:gd name="connsiteX97" fmla="*/ 5455359 w 5996209"/>
              <a:gd name="connsiteY97" fmla="*/ 968803 h 5072775"/>
              <a:gd name="connsiteX98" fmla="*/ 5527112 w 5996209"/>
              <a:gd name="connsiteY98" fmla="*/ 1236584 h 5072775"/>
              <a:gd name="connsiteX99" fmla="*/ 5275030 w 5996209"/>
              <a:gd name="connsiteY99" fmla="*/ 1673203 h 5072775"/>
              <a:gd name="connsiteX100" fmla="*/ 5309921 w 5996209"/>
              <a:gd name="connsiteY100" fmla="*/ 1737186 h 5072775"/>
              <a:gd name="connsiteX101" fmla="*/ 5407138 w 5996209"/>
              <a:gd name="connsiteY101" fmla="*/ 1734815 h 5072775"/>
              <a:gd name="connsiteX102" fmla="*/ 5630382 w 5996209"/>
              <a:gd name="connsiteY102" fmla="*/ 1348146 h 5072775"/>
              <a:gd name="connsiteX103" fmla="*/ 5898164 w 5996209"/>
              <a:gd name="connsiteY103" fmla="*/ 1276394 h 5072775"/>
              <a:gd name="connsiteX104" fmla="*/ 5898163 w 5996209"/>
              <a:gd name="connsiteY104" fmla="*/ 1276395 h 5072775"/>
              <a:gd name="connsiteX105" fmla="*/ 5969914 w 5996209"/>
              <a:gd name="connsiteY105" fmla="*/ 1544178 h 5072775"/>
              <a:gd name="connsiteX106" fmla="*/ 4877837 w 5996209"/>
              <a:gd name="connsiteY106" fmla="*/ 3435709 h 5072775"/>
              <a:gd name="connsiteX107" fmla="*/ 4683841 w 5996209"/>
              <a:gd name="connsiteY107" fmla="*/ 3532269 h 5072775"/>
              <a:gd name="connsiteX108" fmla="*/ 4610057 w 5996209"/>
              <a:gd name="connsiteY108" fmla="*/ 3507460 h 5072775"/>
              <a:gd name="connsiteX109" fmla="*/ 4551681 w 5996209"/>
              <a:gd name="connsiteY109" fmla="*/ 3455966 h 5072775"/>
              <a:gd name="connsiteX110" fmla="*/ 4513495 w 5996209"/>
              <a:gd name="connsiteY110" fmla="*/ 3313461 h 5072775"/>
              <a:gd name="connsiteX111" fmla="*/ 4518239 w 5996209"/>
              <a:gd name="connsiteY111" fmla="*/ 3299350 h 5072775"/>
              <a:gd name="connsiteX112" fmla="*/ 4515573 w 5996209"/>
              <a:gd name="connsiteY112" fmla="*/ 3289526 h 5072775"/>
              <a:gd name="connsiteX113" fmla="*/ 4476153 w 5996209"/>
              <a:gd name="connsiteY113" fmla="*/ 3247890 h 5072775"/>
              <a:gd name="connsiteX114" fmla="*/ 4364310 w 5996209"/>
              <a:gd name="connsiteY114" fmla="*/ 3250616 h 5072775"/>
              <a:gd name="connsiteX115" fmla="*/ 3696889 w 5996209"/>
              <a:gd name="connsiteY115" fmla="*/ 4406619 h 5072775"/>
              <a:gd name="connsiteX116" fmla="*/ 3502891 w 5996209"/>
              <a:gd name="connsiteY116" fmla="*/ 4503183 h 5072775"/>
              <a:gd name="connsiteX117" fmla="*/ 3429108 w 5996209"/>
              <a:gd name="connsiteY117" fmla="*/ 4478372 h 5072775"/>
              <a:gd name="connsiteX118" fmla="*/ 3370730 w 5996209"/>
              <a:gd name="connsiteY118" fmla="*/ 4426880 h 5072775"/>
              <a:gd name="connsiteX119" fmla="*/ 3357357 w 5996209"/>
              <a:gd name="connsiteY119" fmla="*/ 4210590 h 5072775"/>
              <a:gd name="connsiteX120" fmla="*/ 3523918 w 5996209"/>
              <a:gd name="connsiteY120" fmla="*/ 3922098 h 5072775"/>
              <a:gd name="connsiteX121" fmla="*/ 3471303 w 5996209"/>
              <a:gd name="connsiteY121" fmla="*/ 3866525 h 5072775"/>
              <a:gd name="connsiteX122" fmla="*/ 3274747 w 5996209"/>
              <a:gd name="connsiteY122" fmla="*/ 3871317 h 5072775"/>
              <a:gd name="connsiteX123" fmla="*/ 3232280 w 5996209"/>
              <a:gd name="connsiteY123" fmla="*/ 3901510 h 5072775"/>
              <a:gd name="connsiteX124" fmla="*/ 2838669 w 5996209"/>
              <a:gd name="connsiteY124" fmla="*/ 4583264 h 5072775"/>
              <a:gd name="connsiteX125" fmla="*/ 2698378 w 5996209"/>
              <a:gd name="connsiteY125" fmla="*/ 4620855 h 5072775"/>
              <a:gd name="connsiteX126" fmla="*/ 2660786 w 5996209"/>
              <a:gd name="connsiteY126" fmla="*/ 4480564 h 5072775"/>
              <a:gd name="connsiteX127" fmla="*/ 2918541 w 5996209"/>
              <a:gd name="connsiteY127" fmla="*/ 4034118 h 5072775"/>
              <a:gd name="connsiteX128" fmla="*/ 2891095 w 5996209"/>
              <a:gd name="connsiteY128" fmla="*/ 3999393 h 5072775"/>
              <a:gd name="connsiteX129" fmla="*/ 2807757 w 5996209"/>
              <a:gd name="connsiteY129" fmla="*/ 3987198 h 5072775"/>
              <a:gd name="connsiteX130" fmla="*/ 2779523 w 5996209"/>
              <a:gd name="connsiteY130" fmla="*/ 3995775 h 5072775"/>
              <a:gd name="connsiteX131" fmla="*/ 2560962 w 5996209"/>
              <a:gd name="connsiteY131" fmla="*/ 4374335 h 5072775"/>
              <a:gd name="connsiteX132" fmla="*/ 2438863 w 5996209"/>
              <a:gd name="connsiteY132" fmla="*/ 4468025 h 5072775"/>
              <a:gd name="connsiteX133" fmla="*/ 2426650 w 5996209"/>
              <a:gd name="connsiteY133" fmla="*/ 4470073 h 5072775"/>
              <a:gd name="connsiteX134" fmla="*/ 2136747 w 5996209"/>
              <a:gd name="connsiteY134" fmla="*/ 4972201 h 5072775"/>
              <a:gd name="connsiteX135" fmla="*/ 1862063 w 5996209"/>
              <a:gd name="connsiteY135" fmla="*/ 5045802 h 5072775"/>
              <a:gd name="connsiteX136" fmla="*/ 1788462 w 5996209"/>
              <a:gd name="connsiteY136" fmla="*/ 4771119 h 5072775"/>
              <a:gd name="connsiteX137" fmla="*/ 2292876 w 5996209"/>
              <a:gd name="connsiteY137" fmla="*/ 3897447 h 5072775"/>
              <a:gd name="connsiteX138" fmla="*/ 2265670 w 5996209"/>
              <a:gd name="connsiteY138" fmla="*/ 3873450 h 5072775"/>
              <a:gd name="connsiteX139" fmla="*/ 2189983 w 5996209"/>
              <a:gd name="connsiteY139" fmla="*/ 3848000 h 5072775"/>
              <a:gd name="connsiteX140" fmla="*/ 2159021 w 5996209"/>
              <a:gd name="connsiteY140" fmla="*/ 3850159 h 5072775"/>
              <a:gd name="connsiteX141" fmla="*/ 1692249 w 5996209"/>
              <a:gd name="connsiteY141" fmla="*/ 4658632 h 5072775"/>
              <a:gd name="connsiteX142" fmla="*/ 1417565 w 5996209"/>
              <a:gd name="connsiteY142" fmla="*/ 4732234 h 5072775"/>
              <a:gd name="connsiteX143" fmla="*/ 1343964 w 5996209"/>
              <a:gd name="connsiteY143" fmla="*/ 4457550 h 5072775"/>
              <a:gd name="connsiteX144" fmla="*/ 1565425 w 5996209"/>
              <a:gd name="connsiteY144" fmla="*/ 4073969 h 5072775"/>
              <a:gd name="connsiteX145" fmla="*/ 1557085 w 5996209"/>
              <a:gd name="connsiteY145" fmla="*/ 4006010 h 5072775"/>
              <a:gd name="connsiteX146" fmla="*/ 1504857 w 5996209"/>
              <a:gd name="connsiteY146" fmla="*/ 3939932 h 5072775"/>
              <a:gd name="connsiteX147" fmla="*/ 1421515 w 5996209"/>
              <a:gd name="connsiteY147" fmla="*/ 3927739 h 5072775"/>
              <a:gd name="connsiteX148" fmla="*/ 1405809 w 5996209"/>
              <a:gd name="connsiteY148" fmla="*/ 3934407 h 5072775"/>
              <a:gd name="connsiteX149" fmla="*/ 1287322 w 5996209"/>
              <a:gd name="connsiteY149" fmla="*/ 4139632 h 5072775"/>
              <a:gd name="connsiteX150" fmla="*/ 1147030 w 5996209"/>
              <a:gd name="connsiteY150" fmla="*/ 4177222 h 5072775"/>
              <a:gd name="connsiteX151" fmla="*/ 1109438 w 5996209"/>
              <a:gd name="connsiteY151" fmla="*/ 4036932 h 5072775"/>
              <a:gd name="connsiteX152" fmla="*/ 1204822 w 5996209"/>
              <a:gd name="connsiteY152" fmla="*/ 3871722 h 5072775"/>
              <a:gd name="connsiteX153" fmla="*/ 1189619 w 5996209"/>
              <a:gd name="connsiteY153" fmla="*/ 3815723 h 5072775"/>
              <a:gd name="connsiteX154" fmla="*/ 1123353 w 5996209"/>
              <a:gd name="connsiteY154" fmla="*/ 3745730 h 5072775"/>
              <a:gd name="connsiteX155" fmla="*/ 1029601 w 5996209"/>
              <a:gd name="connsiteY155" fmla="*/ 3723337 h 5072775"/>
              <a:gd name="connsiteX156" fmla="*/ 979286 w 5996209"/>
              <a:gd name="connsiteY156" fmla="*/ 3736642 h 5072775"/>
              <a:gd name="connsiteX157" fmla="*/ 808632 w 5996209"/>
              <a:gd name="connsiteY157" fmla="*/ 4032223 h 5072775"/>
              <a:gd name="connsiteX158" fmla="*/ 540851 w 5996209"/>
              <a:gd name="connsiteY158" fmla="*/ 4103976 h 5072775"/>
              <a:gd name="connsiteX159" fmla="*/ 540853 w 5996209"/>
              <a:gd name="connsiteY159" fmla="*/ 4103973 h 5072775"/>
              <a:gd name="connsiteX160" fmla="*/ 469099 w 5996209"/>
              <a:gd name="connsiteY160" fmla="*/ 3836192 h 5072775"/>
              <a:gd name="connsiteX161" fmla="*/ 721181 w 5996209"/>
              <a:gd name="connsiteY161" fmla="*/ 3399573 h 5072775"/>
              <a:gd name="connsiteX162" fmla="*/ 686289 w 5996209"/>
              <a:gd name="connsiteY162" fmla="*/ 3335591 h 5072775"/>
              <a:gd name="connsiteX163" fmla="*/ 589073 w 5996209"/>
              <a:gd name="connsiteY163" fmla="*/ 3337961 h 5072775"/>
              <a:gd name="connsiteX164" fmla="*/ 365829 w 5996209"/>
              <a:gd name="connsiteY164" fmla="*/ 3724631 h 5072775"/>
              <a:gd name="connsiteX165" fmla="*/ 98047 w 5996209"/>
              <a:gd name="connsiteY165" fmla="*/ 3796383 h 5072775"/>
              <a:gd name="connsiteX166" fmla="*/ 98048 w 5996209"/>
              <a:gd name="connsiteY166" fmla="*/ 3796381 h 5072775"/>
              <a:gd name="connsiteX167" fmla="*/ 26297 w 5996209"/>
              <a:gd name="connsiteY167" fmla="*/ 3528598 h 5072775"/>
              <a:gd name="connsiteX168" fmla="*/ 1118374 w 5996209"/>
              <a:gd name="connsiteY168" fmla="*/ 1637068 h 5072775"/>
              <a:gd name="connsiteX169" fmla="*/ 1312371 w 5996209"/>
              <a:gd name="connsiteY169" fmla="*/ 1540508 h 5072775"/>
              <a:gd name="connsiteX170" fmla="*/ 1386154 w 5996209"/>
              <a:gd name="connsiteY170" fmla="*/ 1565316 h 5072775"/>
              <a:gd name="connsiteX171" fmla="*/ 1444530 w 5996209"/>
              <a:gd name="connsiteY171" fmla="*/ 1616810 h 5072775"/>
              <a:gd name="connsiteX172" fmla="*/ 1482716 w 5996209"/>
              <a:gd name="connsiteY172" fmla="*/ 1759316 h 5072775"/>
              <a:gd name="connsiteX173" fmla="*/ 1477972 w 5996209"/>
              <a:gd name="connsiteY173" fmla="*/ 1773426 h 5072775"/>
              <a:gd name="connsiteX174" fmla="*/ 1480638 w 5996209"/>
              <a:gd name="connsiteY174" fmla="*/ 1783250 h 5072775"/>
              <a:gd name="connsiteX175" fmla="*/ 1520057 w 5996209"/>
              <a:gd name="connsiteY175" fmla="*/ 1824886 h 5072775"/>
              <a:gd name="connsiteX176" fmla="*/ 1631901 w 5996209"/>
              <a:gd name="connsiteY176" fmla="*/ 1822160 h 5072775"/>
              <a:gd name="connsiteX177" fmla="*/ 2299322 w 5996209"/>
              <a:gd name="connsiteY177" fmla="*/ 666158 h 5072775"/>
              <a:gd name="connsiteX178" fmla="*/ 2493319 w 5996209"/>
              <a:gd name="connsiteY178" fmla="*/ 569594 h 5072775"/>
              <a:gd name="connsiteX179" fmla="*/ 2567103 w 5996209"/>
              <a:gd name="connsiteY179" fmla="*/ 594405 h 5072775"/>
              <a:gd name="connsiteX180" fmla="*/ 2625480 w 5996209"/>
              <a:gd name="connsiteY180" fmla="*/ 645897 h 5072775"/>
              <a:gd name="connsiteX181" fmla="*/ 2638854 w 5996209"/>
              <a:gd name="connsiteY181" fmla="*/ 862186 h 5072775"/>
              <a:gd name="connsiteX182" fmla="*/ 2472293 w 5996209"/>
              <a:gd name="connsiteY182" fmla="*/ 1150678 h 5072775"/>
              <a:gd name="connsiteX183" fmla="*/ 2524908 w 5996209"/>
              <a:gd name="connsiteY183" fmla="*/ 1206251 h 5072775"/>
              <a:gd name="connsiteX184" fmla="*/ 2721464 w 5996209"/>
              <a:gd name="connsiteY184" fmla="*/ 1201459 h 5072775"/>
              <a:gd name="connsiteX185" fmla="*/ 2763930 w 5996209"/>
              <a:gd name="connsiteY185" fmla="*/ 1171268 h 5072775"/>
              <a:gd name="connsiteX186" fmla="*/ 3157542 w 5996209"/>
              <a:gd name="connsiteY186" fmla="*/ 489512 h 5072775"/>
              <a:gd name="connsiteX187" fmla="*/ 3297832 w 5996209"/>
              <a:gd name="connsiteY187" fmla="*/ 451922 h 5072775"/>
              <a:gd name="connsiteX188" fmla="*/ 3335425 w 5996209"/>
              <a:gd name="connsiteY188" fmla="*/ 592213 h 5072775"/>
              <a:gd name="connsiteX189" fmla="*/ 3077669 w 5996209"/>
              <a:gd name="connsiteY189" fmla="*/ 1038659 h 5072775"/>
              <a:gd name="connsiteX190" fmla="*/ 3105116 w 5996209"/>
              <a:gd name="connsiteY190" fmla="*/ 1073384 h 5072775"/>
              <a:gd name="connsiteX191" fmla="*/ 3188453 w 5996209"/>
              <a:gd name="connsiteY191" fmla="*/ 1085579 h 5072775"/>
              <a:gd name="connsiteX192" fmla="*/ 3216687 w 5996209"/>
              <a:gd name="connsiteY192" fmla="*/ 1077002 h 5072775"/>
              <a:gd name="connsiteX193" fmla="*/ 3435249 w 5996209"/>
              <a:gd name="connsiteY193" fmla="*/ 698441 h 5072775"/>
              <a:gd name="connsiteX194" fmla="*/ 3557347 w 5996209"/>
              <a:gd name="connsiteY194" fmla="*/ 604752 h 5072775"/>
              <a:gd name="connsiteX195" fmla="*/ 3569561 w 5996209"/>
              <a:gd name="connsiteY195" fmla="*/ 602703 h 5072775"/>
              <a:gd name="connsiteX196" fmla="*/ 3859464 w 5996209"/>
              <a:gd name="connsiteY196" fmla="*/ 100576 h 5072775"/>
              <a:gd name="connsiteX197" fmla="*/ 4019612 w 5996209"/>
              <a:gd name="connsiteY197" fmla="*/ 501 h 507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5996209" h="5072775">
                <a:moveTo>
                  <a:pt x="716308" y="4215446"/>
                </a:moveTo>
                <a:lnTo>
                  <a:pt x="790901" y="4281241"/>
                </a:lnTo>
                <a:cubicBezTo>
                  <a:pt x="822397" y="4299425"/>
                  <a:pt x="856086" y="4310366"/>
                  <a:pt x="890042" y="4314578"/>
                </a:cubicBezTo>
                <a:lnTo>
                  <a:pt x="959200" y="4309756"/>
                </a:lnTo>
                <a:lnTo>
                  <a:pt x="804768" y="4577239"/>
                </a:lnTo>
                <a:cubicBezTo>
                  <a:pt x="769214" y="4638822"/>
                  <a:pt x="690471" y="4659921"/>
                  <a:pt x="628889" y="4624366"/>
                </a:cubicBezTo>
                <a:cubicBezTo>
                  <a:pt x="567306" y="4588812"/>
                  <a:pt x="546207" y="4510069"/>
                  <a:pt x="581762" y="4448486"/>
                </a:cubicBezTo>
                <a:close/>
                <a:moveTo>
                  <a:pt x="991285" y="3929944"/>
                </a:moveTo>
                <a:cubicBezTo>
                  <a:pt x="1002336" y="3931315"/>
                  <a:pt x="1013300" y="3934876"/>
                  <a:pt x="1023549" y="3940794"/>
                </a:cubicBezTo>
                <a:cubicBezTo>
                  <a:pt x="1064550" y="3964466"/>
                  <a:pt x="1078596" y="4016889"/>
                  <a:pt x="1054925" y="4057889"/>
                </a:cubicBezTo>
                <a:cubicBezTo>
                  <a:pt x="1031253" y="4098889"/>
                  <a:pt x="978829" y="4112936"/>
                  <a:pt x="937830" y="4089265"/>
                </a:cubicBezTo>
                <a:cubicBezTo>
                  <a:pt x="896830" y="4065594"/>
                  <a:pt x="882782" y="4013170"/>
                  <a:pt x="906454" y="3972169"/>
                </a:cubicBezTo>
                <a:cubicBezTo>
                  <a:pt x="924208" y="3941419"/>
                  <a:pt x="958135" y="3925830"/>
                  <a:pt x="991285" y="3929944"/>
                </a:cubicBezTo>
                <a:close/>
                <a:moveTo>
                  <a:pt x="4371206" y="3647495"/>
                </a:moveTo>
                <a:cubicBezTo>
                  <a:pt x="4414199" y="3644456"/>
                  <a:pt x="4458529" y="3653782"/>
                  <a:pt x="4498664" y="3676955"/>
                </a:cubicBezTo>
                <a:cubicBezTo>
                  <a:pt x="4605691" y="3738747"/>
                  <a:pt x="4642362" y="3875602"/>
                  <a:pt x="4580569" y="3982631"/>
                </a:cubicBezTo>
                <a:cubicBezTo>
                  <a:pt x="4518777" y="4089658"/>
                  <a:pt x="4381922" y="4126327"/>
                  <a:pt x="4274895" y="4064535"/>
                </a:cubicBezTo>
                <a:cubicBezTo>
                  <a:pt x="4167865" y="4002743"/>
                  <a:pt x="4131196" y="3865888"/>
                  <a:pt x="4192988" y="3758861"/>
                </a:cubicBezTo>
                <a:cubicBezTo>
                  <a:pt x="4231609" y="3691967"/>
                  <a:pt x="4299550" y="3652558"/>
                  <a:pt x="4371206" y="3647495"/>
                </a:cubicBezTo>
                <a:close/>
                <a:moveTo>
                  <a:pt x="5496972" y="2848564"/>
                </a:moveTo>
                <a:cubicBezTo>
                  <a:pt x="5534472" y="2847282"/>
                  <a:pt x="5573507" y="2856428"/>
                  <a:pt x="5609286" y="2877085"/>
                </a:cubicBezTo>
                <a:cubicBezTo>
                  <a:pt x="5704695" y="2932169"/>
                  <a:pt x="5740796" y="3048239"/>
                  <a:pt x="5689941" y="3136321"/>
                </a:cubicBezTo>
                <a:lnTo>
                  <a:pt x="5301711" y="3808757"/>
                </a:lnTo>
                <a:cubicBezTo>
                  <a:pt x="5250856" y="3896839"/>
                  <a:pt x="5132287" y="3923610"/>
                  <a:pt x="5036877" y="3868525"/>
                </a:cubicBezTo>
                <a:cubicBezTo>
                  <a:pt x="4941468" y="3813441"/>
                  <a:pt x="4905367" y="3697371"/>
                  <a:pt x="4956221" y="3609288"/>
                </a:cubicBezTo>
                <a:lnTo>
                  <a:pt x="5344452" y="2936853"/>
                </a:lnTo>
                <a:cubicBezTo>
                  <a:pt x="5376237" y="2881802"/>
                  <a:pt x="5434472" y="2850700"/>
                  <a:pt x="5496972" y="2848564"/>
                </a:cubicBezTo>
                <a:close/>
                <a:moveTo>
                  <a:pt x="5789095" y="2481309"/>
                </a:moveTo>
                <a:cubicBezTo>
                  <a:pt x="5810568" y="2483973"/>
                  <a:pt x="5831873" y="2490891"/>
                  <a:pt x="5851790" y="2502390"/>
                </a:cubicBezTo>
                <a:cubicBezTo>
                  <a:pt x="5931458" y="2548387"/>
                  <a:pt x="5958755" y="2650259"/>
                  <a:pt x="5912758" y="2729927"/>
                </a:cubicBezTo>
                <a:lnTo>
                  <a:pt x="5792723" y="2937833"/>
                </a:lnTo>
                <a:lnTo>
                  <a:pt x="5777016" y="2895770"/>
                </a:lnTo>
                <a:cubicBezTo>
                  <a:pt x="5757123" y="2854904"/>
                  <a:pt x="5725232" y="2819337"/>
                  <a:pt x="5682909" y="2794901"/>
                </a:cubicBezTo>
                <a:cubicBezTo>
                  <a:pt x="5640585" y="2770465"/>
                  <a:pt x="5593838" y="2760631"/>
                  <a:pt x="5548501" y="2763836"/>
                </a:cubicBezTo>
                <a:lnTo>
                  <a:pt x="5504219" y="2771265"/>
                </a:lnTo>
                <a:lnTo>
                  <a:pt x="5624254" y="2563359"/>
                </a:lnTo>
                <a:cubicBezTo>
                  <a:pt x="5658751" y="2503608"/>
                  <a:pt x="5724678" y="2473315"/>
                  <a:pt x="5789095" y="2481309"/>
                </a:cubicBezTo>
                <a:close/>
                <a:moveTo>
                  <a:pt x="633579" y="1478390"/>
                </a:moveTo>
                <a:cubicBezTo>
                  <a:pt x="671079" y="1477109"/>
                  <a:pt x="710115" y="1486254"/>
                  <a:pt x="745894" y="1506912"/>
                </a:cubicBezTo>
                <a:cubicBezTo>
                  <a:pt x="841303" y="1561996"/>
                  <a:pt x="877404" y="1678066"/>
                  <a:pt x="826549" y="1766148"/>
                </a:cubicBezTo>
                <a:lnTo>
                  <a:pt x="438319" y="2438583"/>
                </a:lnTo>
                <a:cubicBezTo>
                  <a:pt x="425605" y="2460604"/>
                  <a:pt x="408659" y="2478792"/>
                  <a:pt x="388901" y="2492828"/>
                </a:cubicBezTo>
                <a:lnTo>
                  <a:pt x="379008" y="2497205"/>
                </a:lnTo>
                <a:lnTo>
                  <a:pt x="371957" y="2509417"/>
                </a:lnTo>
                <a:cubicBezTo>
                  <a:pt x="325960" y="2589086"/>
                  <a:pt x="224089" y="2616383"/>
                  <a:pt x="144421" y="2570387"/>
                </a:cubicBezTo>
                <a:cubicBezTo>
                  <a:pt x="84670" y="2535889"/>
                  <a:pt x="54378" y="2469962"/>
                  <a:pt x="62371" y="2405545"/>
                </a:cubicBezTo>
                <a:lnTo>
                  <a:pt x="76438" y="2363711"/>
                </a:lnTo>
                <a:lnTo>
                  <a:pt x="70561" y="2309034"/>
                </a:lnTo>
                <a:cubicBezTo>
                  <a:pt x="72837" y="2284905"/>
                  <a:pt x="80116" y="2261135"/>
                  <a:pt x="92830" y="2239115"/>
                </a:cubicBezTo>
                <a:lnTo>
                  <a:pt x="481059" y="1566679"/>
                </a:lnTo>
                <a:cubicBezTo>
                  <a:pt x="512844" y="1511628"/>
                  <a:pt x="571079" y="1480527"/>
                  <a:pt x="633579" y="1478390"/>
                </a:cubicBezTo>
                <a:close/>
                <a:moveTo>
                  <a:pt x="1593858" y="978782"/>
                </a:moveTo>
                <a:cubicBezTo>
                  <a:pt x="1636851" y="975744"/>
                  <a:pt x="1681181" y="985069"/>
                  <a:pt x="1721316" y="1008242"/>
                </a:cubicBezTo>
                <a:cubicBezTo>
                  <a:pt x="1828345" y="1070035"/>
                  <a:pt x="1865015" y="1206890"/>
                  <a:pt x="1803222" y="1313917"/>
                </a:cubicBezTo>
                <a:cubicBezTo>
                  <a:pt x="1741430" y="1420945"/>
                  <a:pt x="1604574" y="1457614"/>
                  <a:pt x="1497546" y="1395823"/>
                </a:cubicBezTo>
                <a:cubicBezTo>
                  <a:pt x="1390519" y="1334030"/>
                  <a:pt x="1353848" y="1197175"/>
                  <a:pt x="1415641" y="1090146"/>
                </a:cubicBezTo>
                <a:cubicBezTo>
                  <a:pt x="1454261" y="1023254"/>
                  <a:pt x="1522203" y="983846"/>
                  <a:pt x="1593858" y="978782"/>
                </a:cubicBezTo>
                <a:close/>
                <a:moveTo>
                  <a:pt x="5026116" y="972662"/>
                </a:moveTo>
                <a:cubicBezTo>
                  <a:pt x="5037168" y="974033"/>
                  <a:pt x="5048131" y="977593"/>
                  <a:pt x="5058381" y="983511"/>
                </a:cubicBezTo>
                <a:cubicBezTo>
                  <a:pt x="5099381" y="1007182"/>
                  <a:pt x="5113428" y="1059607"/>
                  <a:pt x="5089757" y="1100608"/>
                </a:cubicBezTo>
                <a:cubicBezTo>
                  <a:pt x="5066085" y="1141608"/>
                  <a:pt x="5013661" y="1155654"/>
                  <a:pt x="4972661" y="1131984"/>
                </a:cubicBezTo>
                <a:cubicBezTo>
                  <a:pt x="4931661" y="1108311"/>
                  <a:pt x="4917614" y="1055889"/>
                  <a:pt x="4941286" y="1014888"/>
                </a:cubicBezTo>
                <a:cubicBezTo>
                  <a:pt x="4959039" y="984138"/>
                  <a:pt x="4992966" y="968549"/>
                  <a:pt x="5026116" y="972662"/>
                </a:cubicBezTo>
                <a:close/>
                <a:moveTo>
                  <a:pt x="5318860" y="432114"/>
                </a:moveTo>
                <a:cubicBezTo>
                  <a:pt x="5335457" y="434174"/>
                  <a:pt x="5351926" y="439522"/>
                  <a:pt x="5367321" y="448411"/>
                </a:cubicBezTo>
                <a:cubicBezTo>
                  <a:pt x="5428904" y="483966"/>
                  <a:pt x="5450004" y="562708"/>
                  <a:pt x="5414449" y="624291"/>
                </a:cubicBezTo>
                <a:lnTo>
                  <a:pt x="5279903" y="857331"/>
                </a:lnTo>
                <a:lnTo>
                  <a:pt x="5205310" y="791536"/>
                </a:lnTo>
                <a:cubicBezTo>
                  <a:pt x="5173814" y="773352"/>
                  <a:pt x="5140124" y="762410"/>
                  <a:pt x="5106169" y="758199"/>
                </a:cubicBezTo>
                <a:lnTo>
                  <a:pt x="5037011" y="763021"/>
                </a:lnTo>
                <a:lnTo>
                  <a:pt x="5191442" y="495538"/>
                </a:lnTo>
                <a:cubicBezTo>
                  <a:pt x="5218108" y="449351"/>
                  <a:pt x="5269068" y="425936"/>
                  <a:pt x="5318860" y="432114"/>
                </a:cubicBezTo>
                <a:close/>
                <a:moveTo>
                  <a:pt x="4019612" y="501"/>
                </a:moveTo>
                <a:cubicBezTo>
                  <a:pt x="4058247" y="-2229"/>
                  <a:pt x="4098081" y="6151"/>
                  <a:pt x="4134147" y="26974"/>
                </a:cubicBezTo>
                <a:cubicBezTo>
                  <a:pt x="4230324" y="82503"/>
                  <a:pt x="4263277" y="205481"/>
                  <a:pt x="4207749" y="301658"/>
                </a:cubicBezTo>
                <a:lnTo>
                  <a:pt x="3703335" y="1175329"/>
                </a:lnTo>
                <a:lnTo>
                  <a:pt x="3730540" y="1199327"/>
                </a:lnTo>
                <a:cubicBezTo>
                  <a:pt x="3754586" y="1213210"/>
                  <a:pt x="3780305" y="1221561"/>
                  <a:pt x="3806228" y="1224777"/>
                </a:cubicBezTo>
                <a:lnTo>
                  <a:pt x="3837190" y="1222618"/>
                </a:lnTo>
                <a:lnTo>
                  <a:pt x="4303962" y="414144"/>
                </a:lnTo>
                <a:cubicBezTo>
                  <a:pt x="4359490" y="317968"/>
                  <a:pt x="4482468" y="285015"/>
                  <a:pt x="4578646" y="340543"/>
                </a:cubicBezTo>
                <a:cubicBezTo>
                  <a:pt x="4674822" y="396071"/>
                  <a:pt x="4707774" y="519050"/>
                  <a:pt x="4652247" y="615226"/>
                </a:cubicBezTo>
                <a:lnTo>
                  <a:pt x="4430786" y="998807"/>
                </a:lnTo>
                <a:lnTo>
                  <a:pt x="4439125" y="1066767"/>
                </a:lnTo>
                <a:cubicBezTo>
                  <a:pt x="4449944" y="1096146"/>
                  <a:pt x="4467310" y="1118963"/>
                  <a:pt x="4491354" y="1132845"/>
                </a:cubicBezTo>
                <a:cubicBezTo>
                  <a:pt x="4515400" y="1146728"/>
                  <a:pt x="4543843" y="1150359"/>
                  <a:pt x="4574695" y="1145038"/>
                </a:cubicBezTo>
                <a:lnTo>
                  <a:pt x="4590402" y="1138369"/>
                </a:lnTo>
                <a:lnTo>
                  <a:pt x="4708889" y="933144"/>
                </a:lnTo>
                <a:cubicBezTo>
                  <a:pt x="4737250" y="884022"/>
                  <a:pt x="4800059" y="867194"/>
                  <a:pt x="4849181" y="895554"/>
                </a:cubicBezTo>
                <a:cubicBezTo>
                  <a:pt x="4898302" y="923915"/>
                  <a:pt x="4915133" y="986723"/>
                  <a:pt x="4886772" y="1035845"/>
                </a:cubicBezTo>
                <a:lnTo>
                  <a:pt x="4791389" y="1201054"/>
                </a:lnTo>
                <a:lnTo>
                  <a:pt x="4806592" y="1257053"/>
                </a:lnTo>
                <a:cubicBezTo>
                  <a:pt x="4822336" y="1286577"/>
                  <a:pt x="4844478" y="1310663"/>
                  <a:pt x="4872857" y="1327047"/>
                </a:cubicBezTo>
                <a:cubicBezTo>
                  <a:pt x="4901239" y="1343433"/>
                  <a:pt x="4933171" y="1350567"/>
                  <a:pt x="4966610" y="1349439"/>
                </a:cubicBezTo>
                <a:lnTo>
                  <a:pt x="5016925" y="1336134"/>
                </a:lnTo>
                <a:lnTo>
                  <a:pt x="5187579" y="1040553"/>
                </a:lnTo>
                <a:cubicBezTo>
                  <a:pt x="5241711" y="946794"/>
                  <a:pt x="5361601" y="914668"/>
                  <a:pt x="5455360" y="968800"/>
                </a:cubicBezTo>
                <a:lnTo>
                  <a:pt x="5455359" y="968803"/>
                </a:lnTo>
                <a:cubicBezTo>
                  <a:pt x="5549119" y="1022936"/>
                  <a:pt x="5581243" y="1142826"/>
                  <a:pt x="5527112" y="1236584"/>
                </a:cubicBezTo>
                <a:lnTo>
                  <a:pt x="5275030" y="1673203"/>
                </a:lnTo>
                <a:lnTo>
                  <a:pt x="5309921" y="1737186"/>
                </a:lnTo>
                <a:lnTo>
                  <a:pt x="5407138" y="1734815"/>
                </a:lnTo>
                <a:lnTo>
                  <a:pt x="5630382" y="1348146"/>
                </a:lnTo>
                <a:cubicBezTo>
                  <a:pt x="5684514" y="1254387"/>
                  <a:pt x="5804404" y="1222262"/>
                  <a:pt x="5898164" y="1276394"/>
                </a:cubicBezTo>
                <a:lnTo>
                  <a:pt x="5898163" y="1276395"/>
                </a:lnTo>
                <a:cubicBezTo>
                  <a:pt x="5991922" y="1330527"/>
                  <a:pt x="6024046" y="1450418"/>
                  <a:pt x="5969914" y="1544178"/>
                </a:cubicBezTo>
                <a:lnTo>
                  <a:pt x="4877837" y="3435709"/>
                </a:lnTo>
                <a:cubicBezTo>
                  <a:pt x="4837239" y="3506027"/>
                  <a:pt x="4759651" y="3541676"/>
                  <a:pt x="4683841" y="3532269"/>
                </a:cubicBezTo>
                <a:lnTo>
                  <a:pt x="4610057" y="3507460"/>
                </a:lnTo>
                <a:lnTo>
                  <a:pt x="4551681" y="3455966"/>
                </a:lnTo>
                <a:cubicBezTo>
                  <a:pt x="4520979" y="3415333"/>
                  <a:pt x="4507225" y="3364003"/>
                  <a:pt x="4513495" y="3313461"/>
                </a:cubicBezTo>
                <a:lnTo>
                  <a:pt x="4518239" y="3299350"/>
                </a:lnTo>
                <a:lnTo>
                  <a:pt x="4515573" y="3289526"/>
                </a:lnTo>
                <a:cubicBezTo>
                  <a:pt x="4506209" y="3271964"/>
                  <a:pt x="4493035" y="3257637"/>
                  <a:pt x="4476153" y="3247890"/>
                </a:cubicBezTo>
                <a:lnTo>
                  <a:pt x="4364310" y="3250616"/>
                </a:lnTo>
                <a:lnTo>
                  <a:pt x="3696889" y="4406619"/>
                </a:lnTo>
                <a:cubicBezTo>
                  <a:pt x="3656290" y="4476937"/>
                  <a:pt x="3578700" y="4512590"/>
                  <a:pt x="3502891" y="4503183"/>
                </a:cubicBezTo>
                <a:lnTo>
                  <a:pt x="3429108" y="4478372"/>
                </a:lnTo>
                <a:lnTo>
                  <a:pt x="3370730" y="4426880"/>
                </a:lnTo>
                <a:cubicBezTo>
                  <a:pt x="3324677" y="4365930"/>
                  <a:pt x="3316759" y="4280909"/>
                  <a:pt x="3357357" y="4210590"/>
                </a:cubicBezTo>
                <a:lnTo>
                  <a:pt x="3523918" y="3922098"/>
                </a:lnTo>
                <a:lnTo>
                  <a:pt x="3471303" y="3866525"/>
                </a:lnTo>
                <a:cubicBezTo>
                  <a:pt x="3414545" y="3833756"/>
                  <a:pt x="3343585" y="3837987"/>
                  <a:pt x="3274747" y="3871317"/>
                </a:cubicBezTo>
                <a:lnTo>
                  <a:pt x="3232280" y="3901510"/>
                </a:lnTo>
                <a:lnTo>
                  <a:pt x="2838669" y="4583264"/>
                </a:lnTo>
                <a:cubicBezTo>
                  <a:pt x="2810308" y="4632386"/>
                  <a:pt x="2747499" y="4649216"/>
                  <a:pt x="2698378" y="4620855"/>
                </a:cubicBezTo>
                <a:cubicBezTo>
                  <a:pt x="2649256" y="4592495"/>
                  <a:pt x="2632425" y="4529685"/>
                  <a:pt x="2660786" y="4480564"/>
                </a:cubicBezTo>
                <a:lnTo>
                  <a:pt x="2918541" y="4034118"/>
                </a:lnTo>
                <a:lnTo>
                  <a:pt x="2891095" y="3999393"/>
                </a:lnTo>
                <a:cubicBezTo>
                  <a:pt x="2867051" y="3985511"/>
                  <a:pt x="2838607" y="3981879"/>
                  <a:pt x="2807757" y="3987198"/>
                </a:cubicBezTo>
                <a:lnTo>
                  <a:pt x="2779523" y="3995775"/>
                </a:lnTo>
                <a:lnTo>
                  <a:pt x="2560962" y="4374335"/>
                </a:lnTo>
                <a:cubicBezTo>
                  <a:pt x="2533197" y="4422424"/>
                  <a:pt x="2488571" y="4454705"/>
                  <a:pt x="2438863" y="4468025"/>
                </a:cubicBezTo>
                <a:lnTo>
                  <a:pt x="2426650" y="4470073"/>
                </a:lnTo>
                <a:lnTo>
                  <a:pt x="2136747" y="4972201"/>
                </a:lnTo>
                <a:cubicBezTo>
                  <a:pt x="2081218" y="5068379"/>
                  <a:pt x="1958240" y="5101329"/>
                  <a:pt x="1862063" y="5045802"/>
                </a:cubicBezTo>
                <a:cubicBezTo>
                  <a:pt x="1765886" y="4990275"/>
                  <a:pt x="1732934" y="4867296"/>
                  <a:pt x="1788462" y="4771119"/>
                </a:cubicBezTo>
                <a:lnTo>
                  <a:pt x="2292876" y="3897447"/>
                </a:lnTo>
                <a:lnTo>
                  <a:pt x="2265670" y="3873450"/>
                </a:lnTo>
                <a:cubicBezTo>
                  <a:pt x="2241624" y="3859567"/>
                  <a:pt x="2215906" y="3851215"/>
                  <a:pt x="2189983" y="3848000"/>
                </a:cubicBezTo>
                <a:lnTo>
                  <a:pt x="2159021" y="3850159"/>
                </a:lnTo>
                <a:lnTo>
                  <a:pt x="1692249" y="4658632"/>
                </a:lnTo>
                <a:cubicBezTo>
                  <a:pt x="1636721" y="4754809"/>
                  <a:pt x="1513743" y="4787762"/>
                  <a:pt x="1417565" y="4732234"/>
                </a:cubicBezTo>
                <a:cubicBezTo>
                  <a:pt x="1321389" y="4676707"/>
                  <a:pt x="1288437" y="4553727"/>
                  <a:pt x="1343964" y="4457550"/>
                </a:cubicBezTo>
                <a:lnTo>
                  <a:pt x="1565425" y="4073969"/>
                </a:lnTo>
                <a:lnTo>
                  <a:pt x="1557085" y="4006010"/>
                </a:lnTo>
                <a:cubicBezTo>
                  <a:pt x="1546267" y="3976631"/>
                  <a:pt x="1528900" y="3953814"/>
                  <a:pt x="1504857" y="3939932"/>
                </a:cubicBezTo>
                <a:cubicBezTo>
                  <a:pt x="1480810" y="3926048"/>
                  <a:pt x="1452368" y="3922418"/>
                  <a:pt x="1421515" y="3927739"/>
                </a:cubicBezTo>
                <a:lnTo>
                  <a:pt x="1405809" y="3934407"/>
                </a:lnTo>
                <a:lnTo>
                  <a:pt x="1287322" y="4139632"/>
                </a:lnTo>
                <a:cubicBezTo>
                  <a:pt x="1258961" y="4188755"/>
                  <a:pt x="1196152" y="4205582"/>
                  <a:pt x="1147030" y="4177222"/>
                </a:cubicBezTo>
                <a:cubicBezTo>
                  <a:pt x="1097909" y="4148862"/>
                  <a:pt x="1081078" y="4086054"/>
                  <a:pt x="1109438" y="4036932"/>
                </a:cubicBezTo>
                <a:lnTo>
                  <a:pt x="1204822" y="3871722"/>
                </a:lnTo>
                <a:lnTo>
                  <a:pt x="1189619" y="3815723"/>
                </a:lnTo>
                <a:cubicBezTo>
                  <a:pt x="1173874" y="3786200"/>
                  <a:pt x="1151732" y="3762115"/>
                  <a:pt x="1123353" y="3745730"/>
                </a:cubicBezTo>
                <a:cubicBezTo>
                  <a:pt x="1094972" y="3729344"/>
                  <a:pt x="1063040" y="3722210"/>
                  <a:pt x="1029601" y="3723337"/>
                </a:cubicBezTo>
                <a:lnTo>
                  <a:pt x="979286" y="3736642"/>
                </a:lnTo>
                <a:lnTo>
                  <a:pt x="808632" y="4032223"/>
                </a:lnTo>
                <a:cubicBezTo>
                  <a:pt x="754500" y="4125983"/>
                  <a:pt x="634610" y="4158108"/>
                  <a:pt x="540851" y="4103976"/>
                </a:cubicBezTo>
                <a:lnTo>
                  <a:pt x="540853" y="4103973"/>
                </a:lnTo>
                <a:cubicBezTo>
                  <a:pt x="447092" y="4049841"/>
                  <a:pt x="414967" y="3929951"/>
                  <a:pt x="469099" y="3836192"/>
                </a:cubicBezTo>
                <a:lnTo>
                  <a:pt x="721181" y="3399573"/>
                </a:lnTo>
                <a:lnTo>
                  <a:pt x="686289" y="3335591"/>
                </a:lnTo>
                <a:lnTo>
                  <a:pt x="589073" y="3337961"/>
                </a:lnTo>
                <a:lnTo>
                  <a:pt x="365829" y="3724631"/>
                </a:lnTo>
                <a:cubicBezTo>
                  <a:pt x="311697" y="3818391"/>
                  <a:pt x="191806" y="3850515"/>
                  <a:pt x="98047" y="3796383"/>
                </a:cubicBezTo>
                <a:lnTo>
                  <a:pt x="98048" y="3796381"/>
                </a:lnTo>
                <a:cubicBezTo>
                  <a:pt x="4289" y="3742249"/>
                  <a:pt x="-27836" y="3622359"/>
                  <a:pt x="26297" y="3528598"/>
                </a:cubicBezTo>
                <a:lnTo>
                  <a:pt x="1118374" y="1637068"/>
                </a:lnTo>
                <a:cubicBezTo>
                  <a:pt x="1158972" y="1566750"/>
                  <a:pt x="1236560" y="1531101"/>
                  <a:pt x="1312371" y="1540508"/>
                </a:cubicBezTo>
                <a:lnTo>
                  <a:pt x="1386154" y="1565316"/>
                </a:lnTo>
                <a:lnTo>
                  <a:pt x="1444530" y="1616810"/>
                </a:lnTo>
                <a:cubicBezTo>
                  <a:pt x="1475231" y="1657444"/>
                  <a:pt x="1488986" y="1708774"/>
                  <a:pt x="1482716" y="1759316"/>
                </a:cubicBezTo>
                <a:lnTo>
                  <a:pt x="1477972" y="1773426"/>
                </a:lnTo>
                <a:lnTo>
                  <a:pt x="1480638" y="1783250"/>
                </a:lnTo>
                <a:cubicBezTo>
                  <a:pt x="1490002" y="1800812"/>
                  <a:pt x="1503176" y="1815139"/>
                  <a:pt x="1520057" y="1824886"/>
                </a:cubicBezTo>
                <a:lnTo>
                  <a:pt x="1631901" y="1822160"/>
                </a:lnTo>
                <a:lnTo>
                  <a:pt x="2299322" y="666158"/>
                </a:lnTo>
                <a:cubicBezTo>
                  <a:pt x="2339921" y="595839"/>
                  <a:pt x="2417510" y="560187"/>
                  <a:pt x="2493319" y="569594"/>
                </a:cubicBezTo>
                <a:lnTo>
                  <a:pt x="2567103" y="594405"/>
                </a:lnTo>
                <a:lnTo>
                  <a:pt x="2625480" y="645897"/>
                </a:lnTo>
                <a:cubicBezTo>
                  <a:pt x="2671533" y="706848"/>
                  <a:pt x="2679452" y="791868"/>
                  <a:pt x="2638854" y="862186"/>
                </a:cubicBezTo>
                <a:lnTo>
                  <a:pt x="2472293" y="1150678"/>
                </a:lnTo>
                <a:lnTo>
                  <a:pt x="2524908" y="1206251"/>
                </a:lnTo>
                <a:cubicBezTo>
                  <a:pt x="2581666" y="1239021"/>
                  <a:pt x="2652626" y="1234790"/>
                  <a:pt x="2721464" y="1201459"/>
                </a:cubicBezTo>
                <a:lnTo>
                  <a:pt x="2763930" y="1171268"/>
                </a:lnTo>
                <a:lnTo>
                  <a:pt x="3157542" y="489512"/>
                </a:lnTo>
                <a:cubicBezTo>
                  <a:pt x="3185902" y="440392"/>
                  <a:pt x="3248712" y="423562"/>
                  <a:pt x="3297832" y="451922"/>
                </a:cubicBezTo>
                <a:cubicBezTo>
                  <a:pt x="3346954" y="480282"/>
                  <a:pt x="3363785" y="543092"/>
                  <a:pt x="3335425" y="592213"/>
                </a:cubicBezTo>
                <a:lnTo>
                  <a:pt x="3077669" y="1038659"/>
                </a:lnTo>
                <a:lnTo>
                  <a:pt x="3105116" y="1073384"/>
                </a:lnTo>
                <a:cubicBezTo>
                  <a:pt x="3129159" y="1087265"/>
                  <a:pt x="3157604" y="1090898"/>
                  <a:pt x="3188453" y="1085579"/>
                </a:cubicBezTo>
                <a:lnTo>
                  <a:pt x="3216687" y="1077002"/>
                </a:lnTo>
                <a:lnTo>
                  <a:pt x="3435249" y="698441"/>
                </a:lnTo>
                <a:cubicBezTo>
                  <a:pt x="3463013" y="650354"/>
                  <a:pt x="3507640" y="618072"/>
                  <a:pt x="3557347" y="604752"/>
                </a:cubicBezTo>
                <a:lnTo>
                  <a:pt x="3569561" y="602703"/>
                </a:lnTo>
                <a:lnTo>
                  <a:pt x="3859464" y="100576"/>
                </a:lnTo>
                <a:cubicBezTo>
                  <a:pt x="3894169" y="40465"/>
                  <a:pt x="3955221" y="5052"/>
                  <a:pt x="4019612" y="5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0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0144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8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445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8" r:id="rId3"/>
    <p:sldLayoutId id="2147483746" r:id="rId4"/>
    <p:sldLayoutId id="2147483716" r:id="rId5"/>
    <p:sldLayoutId id="2147483717" r:id="rId6"/>
    <p:sldLayoutId id="2147483700" r:id="rId7"/>
    <p:sldLayoutId id="2147483701" r:id="rId8"/>
    <p:sldLayoutId id="2147483702" r:id="rId9"/>
    <p:sldLayoutId id="2147483703" r:id="rId10"/>
    <p:sldLayoutId id="2147483664" r:id="rId11"/>
    <p:sldLayoutId id="2147483679" r:id="rId12"/>
    <p:sldLayoutId id="2147483663" r:id="rId13"/>
    <p:sldLayoutId id="2147483670" r:id="rId14"/>
    <p:sldLayoutId id="2147483673" r:id="rId15"/>
    <p:sldLayoutId id="2147483683" r:id="rId16"/>
    <p:sldLayoutId id="2147483694" r:id="rId17"/>
    <p:sldLayoutId id="2147483715" r:id="rId18"/>
    <p:sldLayoutId id="2147483747" r:id="rId19"/>
    <p:sldLayoutId id="214748374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sketball-referenc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46860-3DDF-C3AF-EFD9-F4C50AC3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sketball Born To Play - Nba - Sticker | TeePublic">
            <a:extLst>
              <a:ext uri="{FF2B5EF4-FFF2-40B4-BE49-F238E27FC236}">
                <a16:creationId xmlns:a16="http://schemas.microsoft.com/office/drawing/2014/main" id="{416ECE4B-9A47-801F-D027-4C458AD67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563" y="1925261"/>
            <a:ext cx="4178105" cy="417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BED56F-B8BB-F808-A4EE-C973FE1A839C}"/>
              </a:ext>
            </a:extLst>
          </p:cNvPr>
          <p:cNvSpPr txBox="1"/>
          <p:nvPr/>
        </p:nvSpPr>
        <p:spPr>
          <a:xfrm>
            <a:off x="3046828" y="534795"/>
            <a:ext cx="6098344" cy="1446550"/>
          </a:xfrm>
          <a:prstGeom prst="rect">
            <a:avLst/>
          </a:prstGeom>
          <a:noFill/>
          <a:effectLst>
            <a:outerShdw blurRad="152400" dist="317500" dir="19500000" sx="90000" sy="-19000" rotWithShape="0">
              <a:prstClr val="black">
                <a:alpha val="15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>
                  <a:outerShdw blurRad="50800" dist="76200" dir="2700000" algn="tl" rotWithShape="0">
                    <a:prstClr val="black">
                      <a:alpha val="13000"/>
                    </a:prstClr>
                  </a:outerShdw>
                </a:effectLst>
                <a:latin typeface="Open Sans" charset="0"/>
                <a:ea typeface="Open Sans" charset="0"/>
                <a:cs typeface="Open Sans" charset="0"/>
              </a:rPr>
              <a:t>Basketball Analytics</a:t>
            </a:r>
          </a:p>
          <a:p>
            <a:pPr algn="ctr"/>
            <a:r>
              <a:rPr 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100000"/>
                      </a:schemeClr>
                    </a:gs>
                  </a:gsLst>
                  <a:lin ang="27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From Web Scraping to Statistical Storytelling</a:t>
            </a:r>
          </a:p>
          <a:p>
            <a:pPr algn="ctr"/>
            <a:r>
              <a:rPr 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100000"/>
                      </a:schemeClr>
                    </a:gs>
                  </a:gsLst>
                  <a:lin ang="27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 Data Analytics Bootcamp Capstone Project</a:t>
            </a:r>
            <a:b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600" b="1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Data Source: </a:t>
            </a:r>
            <a:r>
              <a:rPr lang="en-US" sz="1400" b="1" u="sng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https://www.basketball-reference.com/</a:t>
            </a:r>
            <a:endParaRPr lang="en-US" sz="1400" b="1" u="sng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79379-0D0D-0344-F3D9-85EE287A5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2" y="6187361"/>
            <a:ext cx="1420834" cy="55886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96CE42-142C-5081-9099-1E33888B3BEE}"/>
              </a:ext>
            </a:extLst>
          </p:cNvPr>
          <p:cNvSpPr txBox="1"/>
          <p:nvPr/>
        </p:nvSpPr>
        <p:spPr>
          <a:xfrm>
            <a:off x="1702191" y="6102091"/>
            <a:ext cx="103397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Mentor : 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Mehran </a:t>
            </a:r>
            <a:r>
              <a:rPr lang="en-US" sz="1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Mahdiyani</a:t>
            </a:r>
            <a:endParaRPr lang="en-US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b="1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Group Members :</a:t>
            </a:r>
          </a:p>
          <a:p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Samaneh Yari, Sareh Mahdavifar, Zahra Abbaszadeh, Hadis Rasouli, Mohammadreza </a:t>
            </a:r>
            <a:r>
              <a:rPr lang="en-US" sz="1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Akbariyan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0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37367" y="2544437"/>
            <a:ext cx="2460930" cy="3028682"/>
            <a:chOff x="637367" y="2544437"/>
            <a:chExt cx="2460930" cy="3028682"/>
          </a:xfrm>
        </p:grpSpPr>
        <p:grpSp>
          <p:nvGrpSpPr>
            <p:cNvPr id="2528" name="Group 2528"/>
            <p:cNvGrpSpPr/>
            <p:nvPr/>
          </p:nvGrpSpPr>
          <p:grpSpPr>
            <a:xfrm>
              <a:off x="637367" y="2544437"/>
              <a:ext cx="2460930" cy="3028682"/>
              <a:chOff x="0" y="0"/>
              <a:chExt cx="4325834" cy="5323844"/>
            </a:xfrm>
          </p:grpSpPr>
          <p:sp>
            <p:nvSpPr>
              <p:cNvPr id="2521" name="Shape 2521"/>
              <p:cNvSpPr/>
              <p:nvPr/>
            </p:nvSpPr>
            <p:spPr>
              <a:xfrm>
                <a:off x="123380" y="581650"/>
                <a:ext cx="4125959" cy="47421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600" y="21600"/>
                      <a:pt x="15495" y="20936"/>
                      <a:pt x="0" y="21216"/>
                    </a:cubicBez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12584"/>
                    </a:lnTo>
                    <a:cubicBezTo>
                      <a:pt x="21600" y="13905"/>
                      <a:pt x="21433" y="17557"/>
                      <a:pt x="21600" y="21600"/>
                    </a:cubicBezTo>
                    <a:close/>
                  </a:path>
                </a:pathLst>
              </a:custGeom>
              <a:solidFill>
                <a:srgbClr val="000000">
                  <a:alpha val="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22" name="Shape 2522"/>
              <p:cNvSpPr/>
              <p:nvPr/>
            </p:nvSpPr>
            <p:spPr>
              <a:xfrm>
                <a:off x="0" y="458269"/>
                <a:ext cx="4321577" cy="48132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71" h="21600" extrusionOk="0">
                    <a:moveTo>
                      <a:pt x="21358" y="0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9248" y="21112"/>
                    </a:lnTo>
                    <a:cubicBezTo>
                      <a:pt x="9248" y="21112"/>
                      <a:pt x="12110" y="20879"/>
                      <a:pt x="14781" y="20017"/>
                    </a:cubicBezTo>
                    <a:cubicBezTo>
                      <a:pt x="17461" y="19152"/>
                      <a:pt x="19950" y="17658"/>
                      <a:pt x="20015" y="17566"/>
                    </a:cubicBezTo>
                    <a:cubicBezTo>
                      <a:pt x="21600" y="15335"/>
                      <a:pt x="21358" y="0"/>
                      <a:pt x="21358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23" name="Shape 2523"/>
              <p:cNvSpPr/>
              <p:nvPr/>
            </p:nvSpPr>
            <p:spPr>
              <a:xfrm>
                <a:off x="1833079" y="4335946"/>
                <a:ext cx="2214271" cy="833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27"/>
                    </a:moveTo>
                    <a:cubicBezTo>
                      <a:pt x="21600" y="1127"/>
                      <a:pt x="15259" y="7326"/>
                      <a:pt x="10803" y="0"/>
                    </a:cubicBezTo>
                    <a:cubicBezTo>
                      <a:pt x="10803" y="0"/>
                      <a:pt x="11275" y="17844"/>
                      <a:pt x="0" y="21600"/>
                    </a:cubicBezTo>
                    <a:cubicBezTo>
                      <a:pt x="0" y="21600"/>
                      <a:pt x="9934" y="19456"/>
                      <a:pt x="14448" y="14651"/>
                    </a:cubicBezTo>
                    <a:cubicBezTo>
                      <a:pt x="19917" y="8828"/>
                      <a:pt x="21600" y="1127"/>
                      <a:pt x="21600" y="1127"/>
                    </a:cubicBezTo>
                    <a:close/>
                  </a:path>
                </a:pathLst>
              </a:custGeom>
              <a:solidFill>
                <a:srgbClr val="EBF0F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24" name="Shape 2524"/>
              <p:cNvSpPr/>
              <p:nvPr/>
            </p:nvSpPr>
            <p:spPr>
              <a:xfrm>
                <a:off x="0" y="458269"/>
                <a:ext cx="4325834" cy="148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52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600" y="0"/>
                    </a:lnTo>
                    <a:cubicBezTo>
                      <a:pt x="21600" y="0"/>
                      <a:pt x="21600" y="1152"/>
                      <a:pt x="21600" y="1152"/>
                    </a:cubicBezTo>
                    <a:close/>
                  </a:path>
                </a:pathLst>
              </a:custGeom>
              <a:solidFill>
                <a:srgbClr val="C1C6CA">
                  <a:alpha val="7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25" name="Shape 2525"/>
              <p:cNvSpPr/>
              <p:nvPr/>
            </p:nvSpPr>
            <p:spPr>
              <a:xfrm>
                <a:off x="2062214" y="17626"/>
                <a:ext cx="523761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3" h="21600" extrusionOk="0">
                    <a:moveTo>
                      <a:pt x="21391" y="17954"/>
                    </a:moveTo>
                    <a:lnTo>
                      <a:pt x="21391" y="4312"/>
                    </a:lnTo>
                    <a:cubicBezTo>
                      <a:pt x="21391" y="1572"/>
                      <a:pt x="18120" y="0"/>
                      <a:pt x="12416" y="0"/>
                    </a:cubicBezTo>
                    <a:cubicBezTo>
                      <a:pt x="6906" y="0"/>
                      <a:pt x="4637" y="1784"/>
                      <a:pt x="4208" y="2728"/>
                    </a:cubicBezTo>
                    <a:lnTo>
                      <a:pt x="4197" y="7089"/>
                    </a:lnTo>
                    <a:lnTo>
                      <a:pt x="6880" y="7089"/>
                    </a:lnTo>
                    <a:lnTo>
                      <a:pt x="6880" y="2868"/>
                    </a:lnTo>
                    <a:cubicBezTo>
                      <a:pt x="7040" y="2591"/>
                      <a:pt x="8129" y="1035"/>
                      <a:pt x="12416" y="1035"/>
                    </a:cubicBezTo>
                    <a:cubicBezTo>
                      <a:pt x="16584" y="1035"/>
                      <a:pt x="18699" y="2138"/>
                      <a:pt x="18699" y="4312"/>
                    </a:cubicBezTo>
                    <a:lnTo>
                      <a:pt x="18699" y="17977"/>
                    </a:lnTo>
                    <a:lnTo>
                      <a:pt x="18706" y="18032"/>
                    </a:lnTo>
                    <a:cubicBezTo>
                      <a:pt x="18708" y="18042"/>
                      <a:pt x="18958" y="19074"/>
                      <a:pt x="17258" y="19796"/>
                    </a:cubicBezTo>
                    <a:cubicBezTo>
                      <a:pt x="16060" y="20306"/>
                      <a:pt x="14128" y="20565"/>
                      <a:pt x="11518" y="20565"/>
                    </a:cubicBezTo>
                    <a:cubicBezTo>
                      <a:pt x="4058" y="20565"/>
                      <a:pt x="2693" y="18628"/>
                      <a:pt x="2693" y="14815"/>
                    </a:cubicBezTo>
                    <a:lnTo>
                      <a:pt x="2693" y="6811"/>
                    </a:lnTo>
                    <a:cubicBezTo>
                      <a:pt x="2693" y="6525"/>
                      <a:pt x="2091" y="6294"/>
                      <a:pt x="1346" y="6294"/>
                    </a:cubicBezTo>
                    <a:cubicBezTo>
                      <a:pt x="602" y="6294"/>
                      <a:pt x="0" y="6525"/>
                      <a:pt x="0" y="6811"/>
                    </a:cubicBezTo>
                    <a:lnTo>
                      <a:pt x="0" y="14815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2"/>
                      <a:pt x="19281" y="20480"/>
                    </a:cubicBezTo>
                    <a:cubicBezTo>
                      <a:pt x="21600" y="19484"/>
                      <a:pt x="21440" y="18185"/>
                      <a:pt x="21391" y="17954"/>
                    </a:cubicBezTo>
                    <a:close/>
                  </a:path>
                </a:pathLst>
              </a:custGeom>
              <a:solidFill>
                <a:srgbClr val="000000">
                  <a:alpha val="1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26" name="Shape 2526"/>
              <p:cNvSpPr/>
              <p:nvPr/>
            </p:nvSpPr>
            <p:spPr>
              <a:xfrm>
                <a:off x="2414730" y="352514"/>
                <a:ext cx="65856" cy="101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6988"/>
                    </a:moveTo>
                    <a:cubicBezTo>
                      <a:pt x="21600" y="3133"/>
                      <a:pt x="16767" y="0"/>
                      <a:pt x="10800" y="0"/>
                    </a:cubicBezTo>
                    <a:cubicBezTo>
                      <a:pt x="4833" y="0"/>
                      <a:pt x="0" y="3133"/>
                      <a:pt x="0" y="6988"/>
                    </a:cubicBezTo>
                    <a:lnTo>
                      <a:pt x="0" y="21600"/>
                    </a:lnTo>
                    <a:lnTo>
                      <a:pt x="21600" y="21600"/>
                    </a:lnTo>
                    <a:cubicBezTo>
                      <a:pt x="21600" y="21600"/>
                      <a:pt x="21600" y="6988"/>
                      <a:pt x="21600" y="6988"/>
                    </a:cubicBezTo>
                    <a:close/>
                  </a:path>
                </a:pathLst>
              </a:custGeom>
              <a:solidFill>
                <a:srgbClr val="00B9F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27" name="Shape 2527"/>
              <p:cNvSpPr/>
              <p:nvPr/>
            </p:nvSpPr>
            <p:spPr>
              <a:xfrm>
                <a:off x="2026965" y="0"/>
                <a:ext cx="523749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4" h="21600" extrusionOk="0">
                    <a:moveTo>
                      <a:pt x="21391" y="17955"/>
                    </a:moveTo>
                    <a:lnTo>
                      <a:pt x="21391" y="4313"/>
                    </a:lnTo>
                    <a:cubicBezTo>
                      <a:pt x="21391" y="1572"/>
                      <a:pt x="18120" y="0"/>
                      <a:pt x="12415" y="0"/>
                    </a:cubicBezTo>
                    <a:cubicBezTo>
                      <a:pt x="6905" y="0"/>
                      <a:pt x="4637" y="1785"/>
                      <a:pt x="4207" y="2729"/>
                    </a:cubicBezTo>
                    <a:lnTo>
                      <a:pt x="4197" y="7090"/>
                    </a:lnTo>
                    <a:lnTo>
                      <a:pt x="6880" y="7090"/>
                    </a:lnTo>
                    <a:lnTo>
                      <a:pt x="6880" y="2870"/>
                    </a:lnTo>
                    <a:cubicBezTo>
                      <a:pt x="7040" y="2592"/>
                      <a:pt x="8129" y="1035"/>
                      <a:pt x="12415" y="1035"/>
                    </a:cubicBezTo>
                    <a:cubicBezTo>
                      <a:pt x="16584" y="1035"/>
                      <a:pt x="18698" y="2138"/>
                      <a:pt x="18698" y="4313"/>
                    </a:cubicBezTo>
                    <a:lnTo>
                      <a:pt x="18698" y="17977"/>
                    </a:lnTo>
                    <a:lnTo>
                      <a:pt x="18706" y="18033"/>
                    </a:lnTo>
                    <a:cubicBezTo>
                      <a:pt x="18708" y="18043"/>
                      <a:pt x="18958" y="19075"/>
                      <a:pt x="17259" y="19797"/>
                    </a:cubicBezTo>
                    <a:cubicBezTo>
                      <a:pt x="16060" y="20307"/>
                      <a:pt x="14128" y="20565"/>
                      <a:pt x="11518" y="20565"/>
                    </a:cubicBezTo>
                    <a:cubicBezTo>
                      <a:pt x="4058" y="20565"/>
                      <a:pt x="2693" y="18629"/>
                      <a:pt x="2693" y="14816"/>
                    </a:cubicBezTo>
                    <a:lnTo>
                      <a:pt x="2693" y="6812"/>
                    </a:lnTo>
                    <a:cubicBezTo>
                      <a:pt x="2693" y="6526"/>
                      <a:pt x="2090" y="6294"/>
                      <a:pt x="1346" y="6294"/>
                    </a:cubicBezTo>
                    <a:cubicBezTo>
                      <a:pt x="602" y="6294"/>
                      <a:pt x="0" y="6526"/>
                      <a:pt x="0" y="6812"/>
                    </a:cubicBezTo>
                    <a:lnTo>
                      <a:pt x="0" y="14816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4"/>
                      <a:pt x="19281" y="20480"/>
                    </a:cubicBezTo>
                    <a:cubicBezTo>
                      <a:pt x="21600" y="19485"/>
                      <a:pt x="21441" y="18185"/>
                      <a:pt x="21391" y="17955"/>
                    </a:cubicBezTo>
                    <a:close/>
                  </a:path>
                </a:pathLst>
              </a:custGeom>
              <a:solidFill>
                <a:srgbClr val="00B9F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804386" y="3660138"/>
              <a:ext cx="2126892" cy="1006274"/>
              <a:chOff x="812978" y="3660138"/>
              <a:chExt cx="2126892" cy="1006274"/>
            </a:xfrm>
          </p:grpSpPr>
          <p:sp>
            <p:nvSpPr>
              <p:cNvPr id="105" name="TextBox 104"/>
              <p:cNvSpPr txBox="1"/>
              <p:nvPr/>
            </p:nvSpPr>
            <p:spPr>
              <a:xfrm>
                <a:off x="1252056" y="3660138"/>
                <a:ext cx="124874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About agility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 flipH="1">
                <a:off x="812978" y="4148770"/>
                <a:ext cx="2126892" cy="517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Are today's stars more agile?</a:t>
                </a:r>
                <a:endParaRPr lang="en-US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3486997" y="2544437"/>
            <a:ext cx="2460930" cy="3028683"/>
            <a:chOff x="3486997" y="2544437"/>
            <a:chExt cx="2460930" cy="3028683"/>
          </a:xfrm>
        </p:grpSpPr>
        <p:grpSp>
          <p:nvGrpSpPr>
            <p:cNvPr id="2536" name="Group 2536"/>
            <p:cNvGrpSpPr/>
            <p:nvPr/>
          </p:nvGrpSpPr>
          <p:grpSpPr>
            <a:xfrm>
              <a:off x="3486997" y="2544437"/>
              <a:ext cx="2460930" cy="3028683"/>
              <a:chOff x="0" y="0"/>
              <a:chExt cx="4325834" cy="5323844"/>
            </a:xfrm>
          </p:grpSpPr>
          <p:sp>
            <p:nvSpPr>
              <p:cNvPr id="2529" name="Shape 2529"/>
              <p:cNvSpPr/>
              <p:nvPr/>
            </p:nvSpPr>
            <p:spPr>
              <a:xfrm>
                <a:off x="123380" y="581652"/>
                <a:ext cx="4125959" cy="4742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600" y="21600"/>
                      <a:pt x="15495" y="20936"/>
                      <a:pt x="0" y="21216"/>
                    </a:cubicBez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12584"/>
                    </a:lnTo>
                    <a:cubicBezTo>
                      <a:pt x="21600" y="13905"/>
                      <a:pt x="21433" y="17557"/>
                      <a:pt x="21600" y="21600"/>
                    </a:cubicBezTo>
                    <a:close/>
                  </a:path>
                </a:pathLst>
              </a:custGeom>
              <a:solidFill>
                <a:srgbClr val="000000">
                  <a:alpha val="1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0" name="Shape 2530"/>
              <p:cNvSpPr/>
              <p:nvPr/>
            </p:nvSpPr>
            <p:spPr>
              <a:xfrm>
                <a:off x="0" y="458269"/>
                <a:ext cx="4321577" cy="48132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71" h="21600" extrusionOk="0">
                    <a:moveTo>
                      <a:pt x="21358" y="0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9248" y="21112"/>
                    </a:lnTo>
                    <a:cubicBezTo>
                      <a:pt x="9248" y="21112"/>
                      <a:pt x="12110" y="20879"/>
                      <a:pt x="14781" y="20017"/>
                    </a:cubicBezTo>
                    <a:cubicBezTo>
                      <a:pt x="17461" y="19152"/>
                      <a:pt x="19950" y="17658"/>
                      <a:pt x="20015" y="17566"/>
                    </a:cubicBezTo>
                    <a:cubicBezTo>
                      <a:pt x="21600" y="15335"/>
                      <a:pt x="21358" y="0"/>
                      <a:pt x="21358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1" name="Shape 2531"/>
              <p:cNvSpPr/>
              <p:nvPr/>
            </p:nvSpPr>
            <p:spPr>
              <a:xfrm>
                <a:off x="1833077" y="4335947"/>
                <a:ext cx="2214273" cy="833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27"/>
                    </a:moveTo>
                    <a:cubicBezTo>
                      <a:pt x="21600" y="1127"/>
                      <a:pt x="15259" y="7326"/>
                      <a:pt x="10803" y="0"/>
                    </a:cubicBezTo>
                    <a:cubicBezTo>
                      <a:pt x="10803" y="0"/>
                      <a:pt x="11275" y="17844"/>
                      <a:pt x="0" y="21600"/>
                    </a:cubicBezTo>
                    <a:cubicBezTo>
                      <a:pt x="0" y="21600"/>
                      <a:pt x="9934" y="19456"/>
                      <a:pt x="14448" y="14651"/>
                    </a:cubicBezTo>
                    <a:cubicBezTo>
                      <a:pt x="19917" y="8828"/>
                      <a:pt x="21600" y="1127"/>
                      <a:pt x="21600" y="1127"/>
                    </a:cubicBezTo>
                    <a:close/>
                  </a:path>
                </a:pathLst>
              </a:custGeom>
              <a:solidFill>
                <a:srgbClr val="DCE1E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2" name="Shape 2532"/>
              <p:cNvSpPr/>
              <p:nvPr/>
            </p:nvSpPr>
            <p:spPr>
              <a:xfrm>
                <a:off x="0" y="458269"/>
                <a:ext cx="4325834" cy="148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52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600" y="0"/>
                    </a:lnTo>
                    <a:cubicBezTo>
                      <a:pt x="21600" y="0"/>
                      <a:pt x="21600" y="1152"/>
                      <a:pt x="21600" y="1152"/>
                    </a:cubicBezTo>
                    <a:close/>
                  </a:path>
                </a:pathLst>
              </a:custGeom>
              <a:solidFill>
                <a:srgbClr val="C1C6CA">
                  <a:alpha val="7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3" name="Shape 2533"/>
              <p:cNvSpPr/>
              <p:nvPr/>
            </p:nvSpPr>
            <p:spPr>
              <a:xfrm>
                <a:off x="2062214" y="17626"/>
                <a:ext cx="523761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3" h="21600" extrusionOk="0">
                    <a:moveTo>
                      <a:pt x="21391" y="17954"/>
                    </a:moveTo>
                    <a:lnTo>
                      <a:pt x="21391" y="4312"/>
                    </a:lnTo>
                    <a:cubicBezTo>
                      <a:pt x="21391" y="1572"/>
                      <a:pt x="18120" y="0"/>
                      <a:pt x="12416" y="0"/>
                    </a:cubicBezTo>
                    <a:cubicBezTo>
                      <a:pt x="6906" y="0"/>
                      <a:pt x="4637" y="1784"/>
                      <a:pt x="4208" y="2728"/>
                    </a:cubicBezTo>
                    <a:lnTo>
                      <a:pt x="4197" y="7089"/>
                    </a:lnTo>
                    <a:lnTo>
                      <a:pt x="6880" y="7089"/>
                    </a:lnTo>
                    <a:lnTo>
                      <a:pt x="6880" y="2868"/>
                    </a:lnTo>
                    <a:cubicBezTo>
                      <a:pt x="7040" y="2591"/>
                      <a:pt x="8129" y="1035"/>
                      <a:pt x="12416" y="1035"/>
                    </a:cubicBezTo>
                    <a:cubicBezTo>
                      <a:pt x="16584" y="1035"/>
                      <a:pt x="18699" y="2138"/>
                      <a:pt x="18699" y="4312"/>
                    </a:cubicBezTo>
                    <a:lnTo>
                      <a:pt x="18699" y="17977"/>
                    </a:lnTo>
                    <a:lnTo>
                      <a:pt x="18706" y="18032"/>
                    </a:lnTo>
                    <a:cubicBezTo>
                      <a:pt x="18708" y="18042"/>
                      <a:pt x="18958" y="19074"/>
                      <a:pt x="17258" y="19796"/>
                    </a:cubicBezTo>
                    <a:cubicBezTo>
                      <a:pt x="16060" y="20306"/>
                      <a:pt x="14128" y="20565"/>
                      <a:pt x="11518" y="20565"/>
                    </a:cubicBezTo>
                    <a:cubicBezTo>
                      <a:pt x="4058" y="20565"/>
                      <a:pt x="2693" y="18628"/>
                      <a:pt x="2693" y="14815"/>
                    </a:cubicBezTo>
                    <a:lnTo>
                      <a:pt x="2693" y="6811"/>
                    </a:lnTo>
                    <a:cubicBezTo>
                      <a:pt x="2693" y="6525"/>
                      <a:pt x="2091" y="6294"/>
                      <a:pt x="1346" y="6294"/>
                    </a:cubicBezTo>
                    <a:cubicBezTo>
                      <a:pt x="602" y="6294"/>
                      <a:pt x="0" y="6525"/>
                      <a:pt x="0" y="6811"/>
                    </a:cubicBezTo>
                    <a:lnTo>
                      <a:pt x="0" y="14815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2"/>
                      <a:pt x="19281" y="20480"/>
                    </a:cubicBezTo>
                    <a:cubicBezTo>
                      <a:pt x="21600" y="19484"/>
                      <a:pt x="21440" y="18185"/>
                      <a:pt x="21391" y="17954"/>
                    </a:cubicBezTo>
                    <a:close/>
                  </a:path>
                </a:pathLst>
              </a:custGeom>
              <a:solidFill>
                <a:srgbClr val="000000">
                  <a:alpha val="1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4" name="Shape 2534"/>
              <p:cNvSpPr/>
              <p:nvPr/>
            </p:nvSpPr>
            <p:spPr>
              <a:xfrm>
                <a:off x="2414730" y="352516"/>
                <a:ext cx="65856" cy="1018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6988"/>
                    </a:moveTo>
                    <a:cubicBezTo>
                      <a:pt x="21600" y="3133"/>
                      <a:pt x="16767" y="0"/>
                      <a:pt x="10800" y="0"/>
                    </a:cubicBezTo>
                    <a:cubicBezTo>
                      <a:pt x="4833" y="0"/>
                      <a:pt x="0" y="3133"/>
                      <a:pt x="0" y="6988"/>
                    </a:cubicBezTo>
                    <a:lnTo>
                      <a:pt x="0" y="21600"/>
                    </a:lnTo>
                    <a:lnTo>
                      <a:pt x="21600" y="21600"/>
                    </a:lnTo>
                    <a:cubicBezTo>
                      <a:pt x="21600" y="21600"/>
                      <a:pt x="21600" y="6988"/>
                      <a:pt x="21600" y="6988"/>
                    </a:cubicBezTo>
                    <a:close/>
                  </a:path>
                </a:pathLst>
              </a:custGeom>
              <a:solidFill>
                <a:srgbClr val="00BAA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5" name="Shape 2535"/>
              <p:cNvSpPr/>
              <p:nvPr/>
            </p:nvSpPr>
            <p:spPr>
              <a:xfrm>
                <a:off x="2026965" y="0"/>
                <a:ext cx="523749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4" h="21600" extrusionOk="0">
                    <a:moveTo>
                      <a:pt x="21391" y="17955"/>
                    </a:moveTo>
                    <a:lnTo>
                      <a:pt x="21391" y="4313"/>
                    </a:lnTo>
                    <a:cubicBezTo>
                      <a:pt x="21391" y="1572"/>
                      <a:pt x="18120" y="0"/>
                      <a:pt x="12415" y="0"/>
                    </a:cubicBezTo>
                    <a:cubicBezTo>
                      <a:pt x="6905" y="0"/>
                      <a:pt x="4637" y="1785"/>
                      <a:pt x="4207" y="2729"/>
                    </a:cubicBezTo>
                    <a:lnTo>
                      <a:pt x="4197" y="7090"/>
                    </a:lnTo>
                    <a:lnTo>
                      <a:pt x="6880" y="7090"/>
                    </a:lnTo>
                    <a:lnTo>
                      <a:pt x="6880" y="2870"/>
                    </a:lnTo>
                    <a:cubicBezTo>
                      <a:pt x="7040" y="2592"/>
                      <a:pt x="8129" y="1035"/>
                      <a:pt x="12415" y="1035"/>
                    </a:cubicBezTo>
                    <a:cubicBezTo>
                      <a:pt x="16584" y="1035"/>
                      <a:pt x="18698" y="2138"/>
                      <a:pt x="18698" y="4313"/>
                    </a:cubicBezTo>
                    <a:lnTo>
                      <a:pt x="18698" y="17977"/>
                    </a:lnTo>
                    <a:lnTo>
                      <a:pt x="18706" y="18033"/>
                    </a:lnTo>
                    <a:cubicBezTo>
                      <a:pt x="18708" y="18043"/>
                      <a:pt x="18958" y="19075"/>
                      <a:pt x="17259" y="19797"/>
                    </a:cubicBezTo>
                    <a:cubicBezTo>
                      <a:pt x="16060" y="20307"/>
                      <a:pt x="14128" y="20565"/>
                      <a:pt x="11518" y="20565"/>
                    </a:cubicBezTo>
                    <a:cubicBezTo>
                      <a:pt x="4058" y="20565"/>
                      <a:pt x="2693" y="18629"/>
                      <a:pt x="2693" y="14816"/>
                    </a:cubicBezTo>
                    <a:lnTo>
                      <a:pt x="2693" y="6812"/>
                    </a:lnTo>
                    <a:cubicBezTo>
                      <a:pt x="2693" y="6526"/>
                      <a:pt x="2090" y="6294"/>
                      <a:pt x="1346" y="6294"/>
                    </a:cubicBezTo>
                    <a:cubicBezTo>
                      <a:pt x="602" y="6294"/>
                      <a:pt x="0" y="6526"/>
                      <a:pt x="0" y="6812"/>
                    </a:cubicBezTo>
                    <a:lnTo>
                      <a:pt x="0" y="14816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4"/>
                      <a:pt x="19281" y="20480"/>
                    </a:cubicBezTo>
                    <a:cubicBezTo>
                      <a:pt x="21600" y="19485"/>
                      <a:pt x="21441" y="18185"/>
                      <a:pt x="21391" y="17955"/>
                    </a:cubicBezTo>
                    <a:close/>
                  </a:path>
                </a:pathLst>
              </a:custGeom>
              <a:solidFill>
                <a:srgbClr val="00BAA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3654016" y="3660138"/>
              <a:ext cx="2126892" cy="1006274"/>
              <a:chOff x="3636660" y="3660138"/>
              <a:chExt cx="2126892" cy="1006274"/>
            </a:xfrm>
          </p:grpSpPr>
          <p:sp>
            <p:nvSpPr>
              <p:cNvPr id="108" name="TextBox 107"/>
              <p:cNvSpPr txBox="1"/>
              <p:nvPr/>
            </p:nvSpPr>
            <p:spPr>
              <a:xfrm>
                <a:off x="3729926" y="3660138"/>
                <a:ext cx="195085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4"/>
                    </a:solidFill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About innate ability</a:t>
                </a: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 flipH="1">
                <a:off x="3636660" y="4148770"/>
                <a:ext cx="2126892" cy="517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Do champions mature faster now?</a:t>
                </a: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6336627" y="2544437"/>
            <a:ext cx="2460930" cy="3028683"/>
            <a:chOff x="6336627" y="2544437"/>
            <a:chExt cx="2460930" cy="3028683"/>
          </a:xfrm>
        </p:grpSpPr>
        <p:grpSp>
          <p:nvGrpSpPr>
            <p:cNvPr id="2544" name="Group 2544"/>
            <p:cNvGrpSpPr/>
            <p:nvPr/>
          </p:nvGrpSpPr>
          <p:grpSpPr>
            <a:xfrm>
              <a:off x="6336627" y="2544437"/>
              <a:ext cx="2460930" cy="3028683"/>
              <a:chOff x="-1" y="0"/>
              <a:chExt cx="4325836" cy="5323844"/>
            </a:xfrm>
          </p:grpSpPr>
          <p:sp>
            <p:nvSpPr>
              <p:cNvPr id="2537" name="Shape 2537"/>
              <p:cNvSpPr/>
              <p:nvPr/>
            </p:nvSpPr>
            <p:spPr>
              <a:xfrm>
                <a:off x="123379" y="581652"/>
                <a:ext cx="4125961" cy="4742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600" y="21600"/>
                      <a:pt x="15495" y="20936"/>
                      <a:pt x="0" y="21216"/>
                    </a:cubicBez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12584"/>
                    </a:lnTo>
                    <a:cubicBezTo>
                      <a:pt x="21600" y="13905"/>
                      <a:pt x="21433" y="17557"/>
                      <a:pt x="21600" y="21600"/>
                    </a:cubicBezTo>
                    <a:close/>
                  </a:path>
                </a:pathLst>
              </a:custGeom>
              <a:solidFill>
                <a:srgbClr val="000000">
                  <a:alpha val="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8" name="Shape 2538"/>
              <p:cNvSpPr/>
              <p:nvPr/>
            </p:nvSpPr>
            <p:spPr>
              <a:xfrm>
                <a:off x="-1" y="458269"/>
                <a:ext cx="4321579" cy="48132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71" h="21600" extrusionOk="0">
                    <a:moveTo>
                      <a:pt x="21358" y="0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9248" y="21112"/>
                    </a:lnTo>
                    <a:cubicBezTo>
                      <a:pt x="9248" y="21112"/>
                      <a:pt x="12110" y="20879"/>
                      <a:pt x="14781" y="20017"/>
                    </a:cubicBezTo>
                    <a:cubicBezTo>
                      <a:pt x="17461" y="19152"/>
                      <a:pt x="19950" y="17658"/>
                      <a:pt x="20015" y="17566"/>
                    </a:cubicBezTo>
                    <a:cubicBezTo>
                      <a:pt x="21600" y="15335"/>
                      <a:pt x="21358" y="0"/>
                      <a:pt x="213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30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39" name="Shape 2539"/>
              <p:cNvSpPr/>
              <p:nvPr/>
            </p:nvSpPr>
            <p:spPr>
              <a:xfrm>
                <a:off x="1833077" y="4335947"/>
                <a:ext cx="2214274" cy="833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27"/>
                    </a:moveTo>
                    <a:cubicBezTo>
                      <a:pt x="21600" y="1127"/>
                      <a:pt x="15259" y="7326"/>
                      <a:pt x="10803" y="0"/>
                    </a:cubicBezTo>
                    <a:cubicBezTo>
                      <a:pt x="10803" y="0"/>
                      <a:pt x="11275" y="17844"/>
                      <a:pt x="0" y="21600"/>
                    </a:cubicBezTo>
                    <a:cubicBezTo>
                      <a:pt x="0" y="21600"/>
                      <a:pt x="9934" y="19456"/>
                      <a:pt x="14448" y="14651"/>
                    </a:cubicBezTo>
                    <a:cubicBezTo>
                      <a:pt x="19917" y="8828"/>
                      <a:pt x="21600" y="1127"/>
                      <a:pt x="21600" y="112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0" name="Shape 2540"/>
              <p:cNvSpPr/>
              <p:nvPr/>
            </p:nvSpPr>
            <p:spPr>
              <a:xfrm>
                <a:off x="-1" y="458269"/>
                <a:ext cx="4325836" cy="148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52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600" y="0"/>
                    </a:lnTo>
                    <a:cubicBezTo>
                      <a:pt x="21600" y="0"/>
                      <a:pt x="21600" y="1152"/>
                      <a:pt x="21600" y="1152"/>
                    </a:cubicBez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1" name="Shape 2541"/>
              <p:cNvSpPr/>
              <p:nvPr/>
            </p:nvSpPr>
            <p:spPr>
              <a:xfrm>
                <a:off x="2062216" y="17626"/>
                <a:ext cx="523761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3" h="21600" extrusionOk="0">
                    <a:moveTo>
                      <a:pt x="21391" y="17954"/>
                    </a:moveTo>
                    <a:lnTo>
                      <a:pt x="21391" y="4312"/>
                    </a:lnTo>
                    <a:cubicBezTo>
                      <a:pt x="21391" y="1572"/>
                      <a:pt x="18120" y="0"/>
                      <a:pt x="12416" y="0"/>
                    </a:cubicBezTo>
                    <a:cubicBezTo>
                      <a:pt x="6906" y="0"/>
                      <a:pt x="4637" y="1784"/>
                      <a:pt x="4208" y="2728"/>
                    </a:cubicBezTo>
                    <a:lnTo>
                      <a:pt x="4197" y="7089"/>
                    </a:lnTo>
                    <a:lnTo>
                      <a:pt x="6880" y="7089"/>
                    </a:lnTo>
                    <a:lnTo>
                      <a:pt x="6880" y="2868"/>
                    </a:lnTo>
                    <a:cubicBezTo>
                      <a:pt x="7040" y="2591"/>
                      <a:pt x="8129" y="1035"/>
                      <a:pt x="12416" y="1035"/>
                    </a:cubicBezTo>
                    <a:cubicBezTo>
                      <a:pt x="16584" y="1035"/>
                      <a:pt x="18699" y="2138"/>
                      <a:pt x="18699" y="4312"/>
                    </a:cubicBezTo>
                    <a:lnTo>
                      <a:pt x="18699" y="17977"/>
                    </a:lnTo>
                    <a:lnTo>
                      <a:pt x="18706" y="18032"/>
                    </a:lnTo>
                    <a:cubicBezTo>
                      <a:pt x="18708" y="18042"/>
                      <a:pt x="18958" y="19074"/>
                      <a:pt x="17258" y="19796"/>
                    </a:cubicBezTo>
                    <a:cubicBezTo>
                      <a:pt x="16060" y="20306"/>
                      <a:pt x="14128" y="20565"/>
                      <a:pt x="11518" y="20565"/>
                    </a:cubicBezTo>
                    <a:cubicBezTo>
                      <a:pt x="4058" y="20565"/>
                      <a:pt x="2693" y="18628"/>
                      <a:pt x="2693" y="14815"/>
                    </a:cubicBezTo>
                    <a:lnTo>
                      <a:pt x="2693" y="6811"/>
                    </a:lnTo>
                    <a:cubicBezTo>
                      <a:pt x="2693" y="6525"/>
                      <a:pt x="2091" y="6294"/>
                      <a:pt x="1346" y="6294"/>
                    </a:cubicBezTo>
                    <a:cubicBezTo>
                      <a:pt x="602" y="6294"/>
                      <a:pt x="0" y="6525"/>
                      <a:pt x="0" y="6811"/>
                    </a:cubicBezTo>
                    <a:lnTo>
                      <a:pt x="0" y="14815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2"/>
                      <a:pt x="19281" y="20480"/>
                    </a:cubicBezTo>
                    <a:cubicBezTo>
                      <a:pt x="21600" y="19484"/>
                      <a:pt x="21440" y="18185"/>
                      <a:pt x="21391" y="17954"/>
                    </a:cubicBezTo>
                    <a:close/>
                  </a:path>
                </a:pathLst>
              </a:custGeom>
              <a:solidFill>
                <a:srgbClr val="000000">
                  <a:alpha val="1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2" name="Shape 2542"/>
              <p:cNvSpPr/>
              <p:nvPr/>
            </p:nvSpPr>
            <p:spPr>
              <a:xfrm>
                <a:off x="2414730" y="352516"/>
                <a:ext cx="65856" cy="1018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6988"/>
                    </a:moveTo>
                    <a:cubicBezTo>
                      <a:pt x="21600" y="3133"/>
                      <a:pt x="16767" y="0"/>
                      <a:pt x="10800" y="0"/>
                    </a:cubicBezTo>
                    <a:cubicBezTo>
                      <a:pt x="4833" y="0"/>
                      <a:pt x="0" y="3133"/>
                      <a:pt x="0" y="6988"/>
                    </a:cubicBezTo>
                    <a:lnTo>
                      <a:pt x="0" y="21600"/>
                    </a:lnTo>
                    <a:lnTo>
                      <a:pt x="21600" y="21600"/>
                    </a:lnTo>
                    <a:cubicBezTo>
                      <a:pt x="21600" y="21600"/>
                      <a:pt x="21600" y="6988"/>
                      <a:pt x="21600" y="6988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3" name="Shape 2543"/>
              <p:cNvSpPr/>
              <p:nvPr/>
            </p:nvSpPr>
            <p:spPr>
              <a:xfrm>
                <a:off x="2026965" y="0"/>
                <a:ext cx="523749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4" h="21600" extrusionOk="0">
                    <a:moveTo>
                      <a:pt x="21391" y="17955"/>
                    </a:moveTo>
                    <a:lnTo>
                      <a:pt x="21391" y="4313"/>
                    </a:lnTo>
                    <a:cubicBezTo>
                      <a:pt x="21391" y="1572"/>
                      <a:pt x="18120" y="0"/>
                      <a:pt x="12415" y="0"/>
                    </a:cubicBezTo>
                    <a:cubicBezTo>
                      <a:pt x="6905" y="0"/>
                      <a:pt x="4637" y="1785"/>
                      <a:pt x="4207" y="2729"/>
                    </a:cubicBezTo>
                    <a:lnTo>
                      <a:pt x="4197" y="7090"/>
                    </a:lnTo>
                    <a:lnTo>
                      <a:pt x="6880" y="7090"/>
                    </a:lnTo>
                    <a:lnTo>
                      <a:pt x="6880" y="2870"/>
                    </a:lnTo>
                    <a:cubicBezTo>
                      <a:pt x="7040" y="2592"/>
                      <a:pt x="8129" y="1035"/>
                      <a:pt x="12415" y="1035"/>
                    </a:cubicBezTo>
                    <a:cubicBezTo>
                      <a:pt x="16584" y="1035"/>
                      <a:pt x="18698" y="2138"/>
                      <a:pt x="18698" y="4313"/>
                    </a:cubicBezTo>
                    <a:lnTo>
                      <a:pt x="18698" y="17977"/>
                    </a:lnTo>
                    <a:lnTo>
                      <a:pt x="18706" y="18033"/>
                    </a:lnTo>
                    <a:cubicBezTo>
                      <a:pt x="18708" y="18043"/>
                      <a:pt x="18958" y="19075"/>
                      <a:pt x="17259" y="19797"/>
                    </a:cubicBezTo>
                    <a:cubicBezTo>
                      <a:pt x="16060" y="20307"/>
                      <a:pt x="14128" y="20565"/>
                      <a:pt x="11518" y="20565"/>
                    </a:cubicBezTo>
                    <a:cubicBezTo>
                      <a:pt x="4058" y="20565"/>
                      <a:pt x="2693" y="18629"/>
                      <a:pt x="2693" y="14816"/>
                    </a:cubicBezTo>
                    <a:lnTo>
                      <a:pt x="2693" y="6812"/>
                    </a:lnTo>
                    <a:cubicBezTo>
                      <a:pt x="2693" y="6526"/>
                      <a:pt x="2090" y="6294"/>
                      <a:pt x="1346" y="6294"/>
                    </a:cubicBezTo>
                    <a:cubicBezTo>
                      <a:pt x="602" y="6294"/>
                      <a:pt x="0" y="6526"/>
                      <a:pt x="0" y="6812"/>
                    </a:cubicBezTo>
                    <a:lnTo>
                      <a:pt x="0" y="14816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4"/>
                      <a:pt x="19281" y="20480"/>
                    </a:cubicBezTo>
                    <a:cubicBezTo>
                      <a:pt x="21600" y="19485"/>
                      <a:pt x="21441" y="18185"/>
                      <a:pt x="21391" y="1795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6377722" y="3660138"/>
              <a:ext cx="2252816" cy="1006274"/>
              <a:chOff x="6376511" y="3660138"/>
              <a:chExt cx="2252816" cy="1006274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6515914" y="3660138"/>
                <a:ext cx="2099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Recruitment</a:t>
                </a:r>
                <a:r>
                  <a:rPr lang="en-US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sz="1600" dirty="0">
                    <a:solidFill>
                      <a:schemeClr val="bg1"/>
                    </a:solidFill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strategy</a:t>
                </a: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 flipH="1">
                <a:off x="6376511" y="4148770"/>
                <a:ext cx="2252816" cy="517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Who is the ultimate Point Guard investment?</a:t>
                </a:r>
                <a:endParaRPr lang="en-US" sz="14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9186257" y="2544437"/>
            <a:ext cx="2460930" cy="3028683"/>
            <a:chOff x="9186257" y="2544437"/>
            <a:chExt cx="2460930" cy="3028683"/>
          </a:xfrm>
        </p:grpSpPr>
        <p:grpSp>
          <p:nvGrpSpPr>
            <p:cNvPr id="2552" name="Group 2552"/>
            <p:cNvGrpSpPr/>
            <p:nvPr/>
          </p:nvGrpSpPr>
          <p:grpSpPr>
            <a:xfrm>
              <a:off x="9186257" y="2544437"/>
              <a:ext cx="2460930" cy="3028683"/>
              <a:chOff x="0" y="0"/>
              <a:chExt cx="4325836" cy="5323844"/>
            </a:xfrm>
          </p:grpSpPr>
          <p:sp>
            <p:nvSpPr>
              <p:cNvPr id="2545" name="Shape 2545"/>
              <p:cNvSpPr/>
              <p:nvPr/>
            </p:nvSpPr>
            <p:spPr>
              <a:xfrm>
                <a:off x="123380" y="581652"/>
                <a:ext cx="4125961" cy="4742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600" y="21600"/>
                      <a:pt x="15495" y="20936"/>
                      <a:pt x="0" y="21216"/>
                    </a:cubicBez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12584"/>
                    </a:lnTo>
                    <a:cubicBezTo>
                      <a:pt x="21600" y="13905"/>
                      <a:pt x="21433" y="17557"/>
                      <a:pt x="21600" y="21600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6" name="Shape 2546"/>
              <p:cNvSpPr/>
              <p:nvPr/>
            </p:nvSpPr>
            <p:spPr>
              <a:xfrm>
                <a:off x="0" y="458269"/>
                <a:ext cx="4321579" cy="48132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71" h="21600" extrusionOk="0">
                    <a:moveTo>
                      <a:pt x="21358" y="0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9248" y="21112"/>
                    </a:lnTo>
                    <a:cubicBezTo>
                      <a:pt x="9248" y="21112"/>
                      <a:pt x="12110" y="20879"/>
                      <a:pt x="14781" y="20017"/>
                    </a:cubicBezTo>
                    <a:cubicBezTo>
                      <a:pt x="17461" y="19152"/>
                      <a:pt x="19950" y="17658"/>
                      <a:pt x="20015" y="17566"/>
                    </a:cubicBezTo>
                    <a:cubicBezTo>
                      <a:pt x="21600" y="15335"/>
                      <a:pt x="21358" y="0"/>
                      <a:pt x="21358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7" name="Shape 2547"/>
              <p:cNvSpPr/>
              <p:nvPr/>
            </p:nvSpPr>
            <p:spPr>
              <a:xfrm>
                <a:off x="1833078" y="4335947"/>
                <a:ext cx="2214274" cy="833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27"/>
                    </a:moveTo>
                    <a:cubicBezTo>
                      <a:pt x="21600" y="1127"/>
                      <a:pt x="15259" y="7326"/>
                      <a:pt x="10803" y="0"/>
                    </a:cubicBezTo>
                    <a:cubicBezTo>
                      <a:pt x="10803" y="0"/>
                      <a:pt x="11275" y="17844"/>
                      <a:pt x="0" y="21600"/>
                    </a:cubicBezTo>
                    <a:cubicBezTo>
                      <a:pt x="0" y="21600"/>
                      <a:pt x="9934" y="19456"/>
                      <a:pt x="14448" y="14651"/>
                    </a:cubicBezTo>
                    <a:cubicBezTo>
                      <a:pt x="19917" y="8828"/>
                      <a:pt x="21600" y="1127"/>
                      <a:pt x="21600" y="1127"/>
                    </a:cubicBezTo>
                    <a:close/>
                  </a:path>
                </a:pathLst>
              </a:custGeom>
              <a:solidFill>
                <a:srgbClr val="DCE1E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8" name="Shape 2548"/>
              <p:cNvSpPr/>
              <p:nvPr/>
            </p:nvSpPr>
            <p:spPr>
              <a:xfrm>
                <a:off x="0" y="458269"/>
                <a:ext cx="4325836" cy="148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52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600" y="0"/>
                    </a:lnTo>
                    <a:cubicBezTo>
                      <a:pt x="21600" y="0"/>
                      <a:pt x="21600" y="1152"/>
                      <a:pt x="21600" y="1152"/>
                    </a:cubicBezTo>
                    <a:close/>
                  </a:path>
                </a:pathLst>
              </a:custGeom>
              <a:solidFill>
                <a:srgbClr val="C1C6CA">
                  <a:alpha val="7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49" name="Shape 2549"/>
              <p:cNvSpPr/>
              <p:nvPr/>
            </p:nvSpPr>
            <p:spPr>
              <a:xfrm>
                <a:off x="2062215" y="17626"/>
                <a:ext cx="523761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3" h="21600" extrusionOk="0">
                    <a:moveTo>
                      <a:pt x="21391" y="17954"/>
                    </a:moveTo>
                    <a:lnTo>
                      <a:pt x="21391" y="4312"/>
                    </a:lnTo>
                    <a:cubicBezTo>
                      <a:pt x="21391" y="1572"/>
                      <a:pt x="18120" y="0"/>
                      <a:pt x="12416" y="0"/>
                    </a:cubicBezTo>
                    <a:cubicBezTo>
                      <a:pt x="6906" y="0"/>
                      <a:pt x="4637" y="1784"/>
                      <a:pt x="4208" y="2728"/>
                    </a:cubicBezTo>
                    <a:lnTo>
                      <a:pt x="4197" y="7089"/>
                    </a:lnTo>
                    <a:lnTo>
                      <a:pt x="6880" y="7089"/>
                    </a:lnTo>
                    <a:lnTo>
                      <a:pt x="6880" y="2868"/>
                    </a:lnTo>
                    <a:cubicBezTo>
                      <a:pt x="7040" y="2591"/>
                      <a:pt x="8129" y="1035"/>
                      <a:pt x="12416" y="1035"/>
                    </a:cubicBezTo>
                    <a:cubicBezTo>
                      <a:pt x="16584" y="1035"/>
                      <a:pt x="18699" y="2138"/>
                      <a:pt x="18699" y="4312"/>
                    </a:cubicBezTo>
                    <a:lnTo>
                      <a:pt x="18699" y="17977"/>
                    </a:lnTo>
                    <a:lnTo>
                      <a:pt x="18706" y="18032"/>
                    </a:lnTo>
                    <a:cubicBezTo>
                      <a:pt x="18708" y="18042"/>
                      <a:pt x="18958" y="19074"/>
                      <a:pt x="17258" y="19796"/>
                    </a:cubicBezTo>
                    <a:cubicBezTo>
                      <a:pt x="16060" y="20306"/>
                      <a:pt x="14128" y="20565"/>
                      <a:pt x="11518" y="20565"/>
                    </a:cubicBezTo>
                    <a:cubicBezTo>
                      <a:pt x="4058" y="20565"/>
                      <a:pt x="2693" y="18628"/>
                      <a:pt x="2693" y="14815"/>
                    </a:cubicBezTo>
                    <a:lnTo>
                      <a:pt x="2693" y="6811"/>
                    </a:lnTo>
                    <a:cubicBezTo>
                      <a:pt x="2693" y="6525"/>
                      <a:pt x="2091" y="6294"/>
                      <a:pt x="1346" y="6294"/>
                    </a:cubicBezTo>
                    <a:cubicBezTo>
                      <a:pt x="602" y="6294"/>
                      <a:pt x="0" y="6525"/>
                      <a:pt x="0" y="6811"/>
                    </a:cubicBezTo>
                    <a:lnTo>
                      <a:pt x="0" y="14815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2"/>
                      <a:pt x="19281" y="20480"/>
                    </a:cubicBezTo>
                    <a:cubicBezTo>
                      <a:pt x="21600" y="19484"/>
                      <a:pt x="21440" y="18185"/>
                      <a:pt x="21391" y="17954"/>
                    </a:cubicBezTo>
                    <a:close/>
                  </a:path>
                </a:pathLst>
              </a:custGeom>
              <a:solidFill>
                <a:schemeClr val="accent4">
                  <a:alpha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50" name="Shape 2550"/>
              <p:cNvSpPr/>
              <p:nvPr/>
            </p:nvSpPr>
            <p:spPr>
              <a:xfrm>
                <a:off x="2414731" y="352516"/>
                <a:ext cx="65856" cy="1018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6988"/>
                    </a:moveTo>
                    <a:cubicBezTo>
                      <a:pt x="21600" y="3133"/>
                      <a:pt x="16767" y="0"/>
                      <a:pt x="10800" y="0"/>
                    </a:cubicBezTo>
                    <a:cubicBezTo>
                      <a:pt x="4833" y="0"/>
                      <a:pt x="0" y="3133"/>
                      <a:pt x="0" y="6988"/>
                    </a:cubicBezTo>
                    <a:lnTo>
                      <a:pt x="0" y="21600"/>
                    </a:lnTo>
                    <a:lnTo>
                      <a:pt x="21600" y="21600"/>
                    </a:lnTo>
                    <a:cubicBezTo>
                      <a:pt x="21600" y="21600"/>
                      <a:pt x="21600" y="6988"/>
                      <a:pt x="21600" y="6988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  <p:sp>
            <p:nvSpPr>
              <p:cNvPr id="2551" name="Shape 2551"/>
              <p:cNvSpPr/>
              <p:nvPr/>
            </p:nvSpPr>
            <p:spPr>
              <a:xfrm>
                <a:off x="2026964" y="0"/>
                <a:ext cx="523749" cy="1374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4" h="21600" extrusionOk="0">
                    <a:moveTo>
                      <a:pt x="21391" y="17955"/>
                    </a:moveTo>
                    <a:lnTo>
                      <a:pt x="21391" y="4313"/>
                    </a:lnTo>
                    <a:cubicBezTo>
                      <a:pt x="21391" y="1572"/>
                      <a:pt x="18120" y="0"/>
                      <a:pt x="12415" y="0"/>
                    </a:cubicBezTo>
                    <a:cubicBezTo>
                      <a:pt x="6905" y="0"/>
                      <a:pt x="4637" y="1785"/>
                      <a:pt x="4207" y="2729"/>
                    </a:cubicBezTo>
                    <a:lnTo>
                      <a:pt x="4197" y="7090"/>
                    </a:lnTo>
                    <a:lnTo>
                      <a:pt x="6880" y="7090"/>
                    </a:lnTo>
                    <a:lnTo>
                      <a:pt x="6880" y="2870"/>
                    </a:lnTo>
                    <a:cubicBezTo>
                      <a:pt x="7040" y="2592"/>
                      <a:pt x="8129" y="1035"/>
                      <a:pt x="12415" y="1035"/>
                    </a:cubicBezTo>
                    <a:cubicBezTo>
                      <a:pt x="16584" y="1035"/>
                      <a:pt x="18698" y="2138"/>
                      <a:pt x="18698" y="4313"/>
                    </a:cubicBezTo>
                    <a:lnTo>
                      <a:pt x="18698" y="17977"/>
                    </a:lnTo>
                    <a:lnTo>
                      <a:pt x="18706" y="18033"/>
                    </a:lnTo>
                    <a:cubicBezTo>
                      <a:pt x="18708" y="18043"/>
                      <a:pt x="18958" y="19075"/>
                      <a:pt x="17259" y="19797"/>
                    </a:cubicBezTo>
                    <a:cubicBezTo>
                      <a:pt x="16060" y="20307"/>
                      <a:pt x="14128" y="20565"/>
                      <a:pt x="11518" y="20565"/>
                    </a:cubicBezTo>
                    <a:cubicBezTo>
                      <a:pt x="4058" y="20565"/>
                      <a:pt x="2693" y="18629"/>
                      <a:pt x="2693" y="14816"/>
                    </a:cubicBezTo>
                    <a:lnTo>
                      <a:pt x="2693" y="6812"/>
                    </a:lnTo>
                    <a:cubicBezTo>
                      <a:pt x="2693" y="6526"/>
                      <a:pt x="2090" y="6294"/>
                      <a:pt x="1346" y="6294"/>
                    </a:cubicBezTo>
                    <a:cubicBezTo>
                      <a:pt x="602" y="6294"/>
                      <a:pt x="0" y="6526"/>
                      <a:pt x="0" y="6812"/>
                    </a:cubicBezTo>
                    <a:lnTo>
                      <a:pt x="0" y="14816"/>
                    </a:lnTo>
                    <a:cubicBezTo>
                      <a:pt x="0" y="17353"/>
                      <a:pt x="0" y="21600"/>
                      <a:pt x="11518" y="21600"/>
                    </a:cubicBezTo>
                    <a:cubicBezTo>
                      <a:pt x="14939" y="21600"/>
                      <a:pt x="17550" y="21224"/>
                      <a:pt x="19281" y="20480"/>
                    </a:cubicBezTo>
                    <a:cubicBezTo>
                      <a:pt x="21600" y="19485"/>
                      <a:pt x="21441" y="18185"/>
                      <a:pt x="21391" y="179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228594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4000"/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9213541" y="3660138"/>
              <a:ext cx="2358017" cy="1006274"/>
              <a:chOff x="9212330" y="3660138"/>
              <a:chExt cx="2358017" cy="1006274"/>
            </a:xfrm>
          </p:grpSpPr>
          <p:sp>
            <p:nvSpPr>
              <p:cNvPr id="114" name="TextBox 113"/>
              <p:cNvSpPr txBox="1"/>
              <p:nvPr/>
            </p:nvSpPr>
            <p:spPr>
              <a:xfrm>
                <a:off x="9212330" y="3660138"/>
                <a:ext cx="235801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accent4"/>
                    </a:solidFill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Higher agility more steals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 flipH="1">
                <a:off x="9352065" y="4148770"/>
                <a:ext cx="2126892" cy="517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Are quicker players better ball thieves?</a:t>
                </a:r>
                <a:endParaRPr lang="en-US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1240821" y="1411442"/>
            <a:ext cx="927978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3200" dirty="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100000"/>
                      </a:schemeClr>
                    </a:gs>
                  </a:gsLst>
                  <a:lin ang="27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 The Questions</a:t>
            </a:r>
            <a:r>
              <a:rPr lang="en-US" sz="3200" b="1" dirty="0"/>
              <a:t> </a:t>
            </a:r>
            <a:r>
              <a:rPr lang="en-US" sz="3200" dirty="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100000"/>
                      </a:schemeClr>
                    </a:gs>
                  </a:gsLst>
                  <a:lin ang="27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We Answered</a:t>
            </a:r>
            <a:r>
              <a:rPr lang="fa-IR" sz="3200" dirty="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100000"/>
                      </a:schemeClr>
                    </a:gs>
                  </a:gsLst>
                  <a:lin ang="27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</a:rPr>
              <a:t> </a:t>
            </a:r>
            <a:r>
              <a:rPr lang="en-US" sz="3200" dirty="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100000"/>
                      </a:schemeClr>
                    </a:gs>
                  </a:gsLst>
                  <a:lin ang="27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in this Adventure</a:t>
            </a:r>
          </a:p>
        </p:txBody>
      </p:sp>
    </p:spTree>
    <p:extLst>
      <p:ext uri="{BB962C8B-B14F-4D97-AF65-F5344CB8AC3E}">
        <p14:creationId xmlns:p14="http://schemas.microsoft.com/office/powerpoint/2010/main" val="223505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FCDE919-9DCA-324E-B5BB-6B7B4044D933}"/>
              </a:ext>
            </a:extLst>
          </p:cNvPr>
          <p:cNvGrpSpPr/>
          <p:nvPr/>
        </p:nvGrpSpPr>
        <p:grpSpPr>
          <a:xfrm>
            <a:off x="5015185" y="2434763"/>
            <a:ext cx="1268451" cy="4464531"/>
            <a:chOff x="5015185" y="2434763"/>
            <a:chExt cx="1268451" cy="4464531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126011D-E417-B54F-B31D-31D30797AE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15185" y="2434764"/>
              <a:ext cx="1268451" cy="4435943"/>
            </a:xfrm>
            <a:custGeom>
              <a:avLst/>
              <a:gdLst>
                <a:gd name="connsiteX0" fmla="*/ 910244 w 1268451"/>
                <a:gd name="connsiteY0" fmla="*/ 0 h 4435943"/>
                <a:gd name="connsiteX1" fmla="*/ 1063512 w 1268451"/>
                <a:gd name="connsiteY1" fmla="*/ 0 h 4435943"/>
                <a:gd name="connsiteX2" fmla="*/ 1070370 w 1268451"/>
                <a:gd name="connsiteY2" fmla="*/ 22225 h 4435943"/>
                <a:gd name="connsiteX3" fmla="*/ 1079623 w 1268451"/>
                <a:gd name="connsiteY3" fmla="*/ 114395 h 4435943"/>
                <a:gd name="connsiteX4" fmla="*/ 1079623 w 1268451"/>
                <a:gd name="connsiteY4" fmla="*/ 2625900 h 4435943"/>
                <a:gd name="connsiteX5" fmla="*/ 622859 w 1268451"/>
                <a:gd name="connsiteY5" fmla="*/ 3085275 h 4435943"/>
                <a:gd name="connsiteX6" fmla="*/ 456764 w 1268451"/>
                <a:gd name="connsiteY6" fmla="*/ 3085275 h 4435943"/>
                <a:gd name="connsiteX7" fmla="*/ 147221 w 1268451"/>
                <a:gd name="connsiteY7" fmla="*/ 3394036 h 4435943"/>
                <a:gd name="connsiteX8" fmla="*/ 147221 w 1268451"/>
                <a:gd name="connsiteY8" fmla="*/ 3970138 h 4435943"/>
                <a:gd name="connsiteX9" fmla="*/ 456764 w 1268451"/>
                <a:gd name="connsiteY9" fmla="*/ 4282664 h 4435943"/>
                <a:gd name="connsiteX10" fmla="*/ 928627 w 1268451"/>
                <a:gd name="connsiteY10" fmla="*/ 4282664 h 4435943"/>
                <a:gd name="connsiteX11" fmla="*/ 1251853 w 1268451"/>
                <a:gd name="connsiteY11" fmla="*/ 4415864 h 4435943"/>
                <a:gd name="connsiteX12" fmla="*/ 1268451 w 1268451"/>
                <a:gd name="connsiteY12" fmla="*/ 4435943 h 4435943"/>
                <a:gd name="connsiteX13" fmla="*/ 960237 w 1268451"/>
                <a:gd name="connsiteY13" fmla="*/ 4435943 h 4435943"/>
                <a:gd name="connsiteX14" fmla="*/ 928627 w 1268451"/>
                <a:gd name="connsiteY14" fmla="*/ 4429513 h 4435943"/>
                <a:gd name="connsiteX15" fmla="*/ 456764 w 1268451"/>
                <a:gd name="connsiteY15" fmla="*/ 4429513 h 4435943"/>
                <a:gd name="connsiteX16" fmla="*/ 0 w 1268451"/>
                <a:gd name="connsiteY16" fmla="*/ 3970138 h 4435943"/>
                <a:gd name="connsiteX17" fmla="*/ 0 w 1268451"/>
                <a:gd name="connsiteY17" fmla="*/ 3394036 h 4435943"/>
                <a:gd name="connsiteX18" fmla="*/ 456764 w 1268451"/>
                <a:gd name="connsiteY18" fmla="*/ 2938426 h 4435943"/>
                <a:gd name="connsiteX19" fmla="*/ 622859 w 1268451"/>
                <a:gd name="connsiteY19" fmla="*/ 2938426 h 4435943"/>
                <a:gd name="connsiteX20" fmla="*/ 932402 w 1268451"/>
                <a:gd name="connsiteY20" fmla="*/ 2625900 h 4435943"/>
                <a:gd name="connsiteX21" fmla="*/ 932402 w 1268451"/>
                <a:gd name="connsiteY21" fmla="*/ 114395 h 4435943"/>
                <a:gd name="connsiteX22" fmla="*/ 926069 w 1268451"/>
                <a:gd name="connsiteY22" fmla="*/ 51237 h 4435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8451" h="4435943">
                  <a:moveTo>
                    <a:pt x="910244" y="0"/>
                  </a:moveTo>
                  <a:lnTo>
                    <a:pt x="1063512" y="0"/>
                  </a:lnTo>
                  <a:lnTo>
                    <a:pt x="1070370" y="22225"/>
                  </a:lnTo>
                  <a:cubicBezTo>
                    <a:pt x="1076438" y="52031"/>
                    <a:pt x="1079623" y="82860"/>
                    <a:pt x="1079623" y="114395"/>
                  </a:cubicBezTo>
                  <a:cubicBezTo>
                    <a:pt x="1079623" y="2625900"/>
                    <a:pt x="1079623" y="2625900"/>
                    <a:pt x="1079623" y="2625900"/>
                  </a:cubicBezTo>
                  <a:cubicBezTo>
                    <a:pt x="1079623" y="2878180"/>
                    <a:pt x="875778" y="3085275"/>
                    <a:pt x="622859" y="3085275"/>
                  </a:cubicBezTo>
                  <a:cubicBezTo>
                    <a:pt x="456764" y="3085275"/>
                    <a:pt x="456764" y="3085275"/>
                    <a:pt x="456764" y="3085275"/>
                  </a:cubicBezTo>
                  <a:cubicBezTo>
                    <a:pt x="286893" y="3085275"/>
                    <a:pt x="147221" y="3224594"/>
                    <a:pt x="147221" y="3394036"/>
                  </a:cubicBezTo>
                  <a:cubicBezTo>
                    <a:pt x="147221" y="3970138"/>
                    <a:pt x="147221" y="3970138"/>
                    <a:pt x="147221" y="3970138"/>
                  </a:cubicBezTo>
                  <a:cubicBezTo>
                    <a:pt x="147221" y="4143344"/>
                    <a:pt x="286893" y="4282664"/>
                    <a:pt x="456764" y="4282664"/>
                  </a:cubicBezTo>
                  <a:cubicBezTo>
                    <a:pt x="928627" y="4282664"/>
                    <a:pt x="928627" y="4282664"/>
                    <a:pt x="928627" y="4282664"/>
                  </a:cubicBezTo>
                  <a:cubicBezTo>
                    <a:pt x="1055086" y="4282664"/>
                    <a:pt x="1169277" y="4333496"/>
                    <a:pt x="1251853" y="4415864"/>
                  </a:cubicBezTo>
                  <a:lnTo>
                    <a:pt x="1268451" y="4435943"/>
                  </a:lnTo>
                  <a:lnTo>
                    <a:pt x="960237" y="4435943"/>
                  </a:lnTo>
                  <a:lnTo>
                    <a:pt x="928627" y="4429513"/>
                  </a:lnTo>
                  <a:cubicBezTo>
                    <a:pt x="456764" y="4429513"/>
                    <a:pt x="456764" y="4429513"/>
                    <a:pt x="456764" y="4429513"/>
                  </a:cubicBezTo>
                  <a:cubicBezTo>
                    <a:pt x="203845" y="4429513"/>
                    <a:pt x="0" y="4222418"/>
                    <a:pt x="0" y="3970138"/>
                  </a:cubicBezTo>
                  <a:cubicBezTo>
                    <a:pt x="0" y="3394036"/>
                    <a:pt x="0" y="3394036"/>
                    <a:pt x="0" y="3394036"/>
                  </a:cubicBezTo>
                  <a:cubicBezTo>
                    <a:pt x="0" y="3141756"/>
                    <a:pt x="203845" y="2938426"/>
                    <a:pt x="456764" y="2938426"/>
                  </a:cubicBezTo>
                  <a:cubicBezTo>
                    <a:pt x="622859" y="2938426"/>
                    <a:pt x="622859" y="2938426"/>
                    <a:pt x="622859" y="2938426"/>
                  </a:cubicBezTo>
                  <a:cubicBezTo>
                    <a:pt x="792730" y="2938426"/>
                    <a:pt x="932402" y="2799106"/>
                    <a:pt x="932402" y="2625900"/>
                  </a:cubicBezTo>
                  <a:cubicBezTo>
                    <a:pt x="932402" y="114395"/>
                    <a:pt x="932402" y="114395"/>
                    <a:pt x="932402" y="114395"/>
                  </a:cubicBezTo>
                  <a:cubicBezTo>
                    <a:pt x="932402" y="92744"/>
                    <a:pt x="930220" y="71623"/>
                    <a:pt x="926069" y="51237"/>
                  </a:cubicBezTo>
                  <a:close/>
                </a:path>
              </a:pathLst>
            </a:custGeom>
            <a:solidFill>
              <a:srgbClr val="343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" name="Freeform 328">
              <a:extLst>
                <a:ext uri="{FF2B5EF4-FFF2-40B4-BE49-F238E27FC236}">
                  <a16:creationId xmlns:a16="http://schemas.microsoft.com/office/drawing/2014/main" id="{0A6F1E50-7A79-AB44-BA5A-3E3E799627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0325" y="6842118"/>
              <a:ext cx="71472" cy="57176"/>
            </a:xfrm>
            <a:custGeom>
              <a:avLst/>
              <a:gdLst>
                <a:gd name="T0" fmla="*/ 15 w 18"/>
                <a:gd name="T1" fmla="*/ 15 h 15"/>
                <a:gd name="T2" fmla="*/ 0 w 18"/>
                <a:gd name="T3" fmla="*/ 3 h 15"/>
                <a:gd name="T4" fmla="*/ 2 w 18"/>
                <a:gd name="T5" fmla="*/ 0 h 15"/>
                <a:gd name="T6" fmla="*/ 18 w 18"/>
                <a:gd name="T7" fmla="*/ 12 h 15"/>
                <a:gd name="T8" fmla="*/ 15 w 18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15" y="15"/>
                  </a:moveTo>
                  <a:cubicBezTo>
                    <a:pt x="11" y="10"/>
                    <a:pt x="6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4"/>
                    <a:pt x="13" y="8"/>
                    <a:pt x="18" y="12"/>
                  </a:cubicBezTo>
                  <a:lnTo>
                    <a:pt x="15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329">
              <a:extLst>
                <a:ext uri="{FF2B5EF4-FFF2-40B4-BE49-F238E27FC236}">
                  <a16:creationId xmlns:a16="http://schemas.microsoft.com/office/drawing/2014/main" id="{2926696D-F5F0-C24A-BAE9-6EAEF356B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11679" y="6789704"/>
              <a:ext cx="71472" cy="33354"/>
            </a:xfrm>
            <a:custGeom>
              <a:avLst/>
              <a:gdLst>
                <a:gd name="T0" fmla="*/ 18 w 19"/>
                <a:gd name="T1" fmla="*/ 9 h 9"/>
                <a:gd name="T2" fmla="*/ 0 w 19"/>
                <a:gd name="T3" fmla="*/ 4 h 9"/>
                <a:gd name="T4" fmla="*/ 0 w 19"/>
                <a:gd name="T5" fmla="*/ 0 h 9"/>
                <a:gd name="T6" fmla="*/ 19 w 19"/>
                <a:gd name="T7" fmla="*/ 5 h 9"/>
                <a:gd name="T8" fmla="*/ 18 w 1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9">
                  <a:moveTo>
                    <a:pt x="18" y="9"/>
                  </a:moveTo>
                  <a:cubicBezTo>
                    <a:pt x="12" y="6"/>
                    <a:pt x="6" y="5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"/>
                    <a:pt x="13" y="3"/>
                    <a:pt x="19" y="5"/>
                  </a:cubicBezTo>
                  <a:lnTo>
                    <a:pt x="1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330">
              <a:extLst>
                <a:ext uri="{FF2B5EF4-FFF2-40B4-BE49-F238E27FC236}">
                  <a16:creationId xmlns:a16="http://schemas.microsoft.com/office/drawing/2014/main" id="{17C64602-A3FF-A846-BE61-A991CA819F9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863972" y="6784941"/>
              <a:ext cx="76235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331">
              <a:extLst>
                <a:ext uri="{FF2B5EF4-FFF2-40B4-BE49-F238E27FC236}">
                  <a16:creationId xmlns:a16="http://schemas.microsoft.com/office/drawing/2014/main" id="{27DC0EE2-3796-5440-9829-B3267D70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716268" y="6784941"/>
              <a:ext cx="76235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332">
              <a:extLst>
                <a:ext uri="{FF2B5EF4-FFF2-40B4-BE49-F238E27FC236}">
                  <a16:creationId xmlns:a16="http://schemas.microsoft.com/office/drawing/2014/main" id="{6B57C60F-1DCA-C147-8136-794F98D9D4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568560" y="6784941"/>
              <a:ext cx="76235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33">
              <a:extLst>
                <a:ext uri="{FF2B5EF4-FFF2-40B4-BE49-F238E27FC236}">
                  <a16:creationId xmlns:a16="http://schemas.microsoft.com/office/drawing/2014/main" id="{B5C7935E-50EF-4840-81F4-21EC885CD2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20856" y="6780175"/>
              <a:ext cx="76235" cy="14296"/>
            </a:xfrm>
            <a:custGeom>
              <a:avLst/>
              <a:gdLst>
                <a:gd name="T0" fmla="*/ 20 w 20"/>
                <a:gd name="T1" fmla="*/ 4 h 4"/>
                <a:gd name="T2" fmla="*/ 14 w 20"/>
                <a:gd name="T3" fmla="*/ 4 h 4"/>
                <a:gd name="T4" fmla="*/ 0 w 20"/>
                <a:gd name="T5" fmla="*/ 3 h 4"/>
                <a:gd name="T6" fmla="*/ 1 w 20"/>
                <a:gd name="T7" fmla="*/ 0 h 4"/>
                <a:gd name="T8" fmla="*/ 14 w 20"/>
                <a:gd name="T9" fmla="*/ 1 h 4"/>
                <a:gd name="T10" fmla="*/ 20 w 20"/>
                <a:gd name="T11" fmla="*/ 1 h 4"/>
                <a:gd name="T12" fmla="*/ 20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20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0" y="4"/>
                    <a:pt x="5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10" y="1"/>
                    <a:pt x="14" y="1"/>
                  </a:cubicBezTo>
                  <a:cubicBezTo>
                    <a:pt x="20" y="1"/>
                    <a:pt x="20" y="1"/>
                    <a:pt x="20" y="1"/>
                  </a:cubicBezTo>
                  <a:lnTo>
                    <a:pt x="2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334">
              <a:extLst>
                <a:ext uri="{FF2B5EF4-FFF2-40B4-BE49-F238E27FC236}">
                  <a16:creationId xmlns:a16="http://schemas.microsoft.com/office/drawing/2014/main" id="{F79B922C-71DC-C94D-9ACB-7C263A6EEE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82678" y="6737294"/>
              <a:ext cx="71472" cy="38118"/>
            </a:xfrm>
            <a:custGeom>
              <a:avLst/>
              <a:gdLst>
                <a:gd name="T0" fmla="*/ 18 w 19"/>
                <a:gd name="T1" fmla="*/ 11 h 11"/>
                <a:gd name="T2" fmla="*/ 0 w 19"/>
                <a:gd name="T3" fmla="*/ 3 h 11"/>
                <a:gd name="T4" fmla="*/ 2 w 19"/>
                <a:gd name="T5" fmla="*/ 0 h 11"/>
                <a:gd name="T6" fmla="*/ 19 w 19"/>
                <a:gd name="T7" fmla="*/ 8 h 11"/>
                <a:gd name="T8" fmla="*/ 18 w 19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">
                  <a:moveTo>
                    <a:pt x="18" y="11"/>
                  </a:moveTo>
                  <a:cubicBezTo>
                    <a:pt x="12" y="9"/>
                    <a:pt x="6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3"/>
                    <a:pt x="13" y="5"/>
                    <a:pt x="19" y="8"/>
                  </a:cubicBezTo>
                  <a:lnTo>
                    <a:pt x="18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35">
              <a:extLst>
                <a:ext uri="{FF2B5EF4-FFF2-40B4-BE49-F238E27FC236}">
                  <a16:creationId xmlns:a16="http://schemas.microsoft.com/office/drawing/2014/main" id="{BEDD6C4F-98FF-6A4A-A5B8-DB065B92CA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68325" y="6642000"/>
              <a:ext cx="61943" cy="61943"/>
            </a:xfrm>
            <a:custGeom>
              <a:avLst/>
              <a:gdLst>
                <a:gd name="T0" fmla="*/ 14 w 16"/>
                <a:gd name="T1" fmla="*/ 16 h 16"/>
                <a:gd name="T2" fmla="*/ 0 w 16"/>
                <a:gd name="T3" fmla="*/ 2 h 16"/>
                <a:gd name="T4" fmla="*/ 3 w 16"/>
                <a:gd name="T5" fmla="*/ 0 h 16"/>
                <a:gd name="T6" fmla="*/ 16 w 16"/>
                <a:gd name="T7" fmla="*/ 14 h 16"/>
                <a:gd name="T8" fmla="*/ 14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16"/>
                  </a:moveTo>
                  <a:cubicBezTo>
                    <a:pt x="9" y="12"/>
                    <a:pt x="4" y="7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5"/>
                    <a:pt x="11" y="10"/>
                    <a:pt x="16" y="14"/>
                  </a:cubicBezTo>
                  <a:lnTo>
                    <a:pt x="14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336">
              <a:extLst>
                <a:ext uri="{FF2B5EF4-FFF2-40B4-BE49-F238E27FC236}">
                  <a16:creationId xmlns:a16="http://schemas.microsoft.com/office/drawing/2014/main" id="{24F0A5AC-78CB-C245-9E8A-515B4450EC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01619" y="6513351"/>
              <a:ext cx="38118" cy="76235"/>
            </a:xfrm>
            <a:custGeom>
              <a:avLst/>
              <a:gdLst>
                <a:gd name="T0" fmla="*/ 7 w 10"/>
                <a:gd name="T1" fmla="*/ 20 h 20"/>
                <a:gd name="T2" fmla="*/ 0 w 10"/>
                <a:gd name="T3" fmla="*/ 1 h 20"/>
                <a:gd name="T4" fmla="*/ 3 w 10"/>
                <a:gd name="T5" fmla="*/ 0 h 20"/>
                <a:gd name="T6" fmla="*/ 10 w 10"/>
                <a:gd name="T7" fmla="*/ 18 h 20"/>
                <a:gd name="T8" fmla="*/ 7 w 10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0">
                  <a:moveTo>
                    <a:pt x="7" y="20"/>
                  </a:moveTo>
                  <a:cubicBezTo>
                    <a:pt x="4" y="14"/>
                    <a:pt x="2" y="8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7"/>
                    <a:pt x="7" y="12"/>
                    <a:pt x="10" y="18"/>
                  </a:cubicBezTo>
                  <a:lnTo>
                    <a:pt x="7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337">
              <a:extLst>
                <a:ext uri="{FF2B5EF4-FFF2-40B4-BE49-F238E27FC236}">
                  <a16:creationId xmlns:a16="http://schemas.microsoft.com/office/drawing/2014/main" id="{DCF77334-D567-0741-999C-D2F014269B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82560" y="6375176"/>
              <a:ext cx="14296" cy="71472"/>
            </a:xfrm>
            <a:custGeom>
              <a:avLst/>
              <a:gdLst>
                <a:gd name="T0" fmla="*/ 1 w 4"/>
                <a:gd name="T1" fmla="*/ 19 h 19"/>
                <a:gd name="T2" fmla="*/ 0 w 4"/>
                <a:gd name="T3" fmla="*/ 8 h 19"/>
                <a:gd name="T4" fmla="*/ 0 w 4"/>
                <a:gd name="T5" fmla="*/ 0 h 19"/>
                <a:gd name="T6" fmla="*/ 4 w 4"/>
                <a:gd name="T7" fmla="*/ 0 h 19"/>
                <a:gd name="T8" fmla="*/ 4 w 4"/>
                <a:gd name="T9" fmla="*/ 8 h 19"/>
                <a:gd name="T10" fmla="*/ 4 w 4"/>
                <a:gd name="T11" fmla="*/ 19 h 19"/>
                <a:gd name="T12" fmla="*/ 1 w 4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9">
                  <a:moveTo>
                    <a:pt x="1" y="19"/>
                  </a:moveTo>
                  <a:cubicBezTo>
                    <a:pt x="1" y="16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12"/>
                    <a:pt x="4" y="15"/>
                    <a:pt x="4" y="19"/>
                  </a:cubicBezTo>
                  <a:lnTo>
                    <a:pt x="1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338">
              <a:extLst>
                <a:ext uri="{FF2B5EF4-FFF2-40B4-BE49-F238E27FC236}">
                  <a16:creationId xmlns:a16="http://schemas.microsoft.com/office/drawing/2014/main" id="{F1ED9B51-5D8E-1741-821D-3C6D592AA9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082560" y="6227469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339">
              <a:extLst>
                <a:ext uri="{FF2B5EF4-FFF2-40B4-BE49-F238E27FC236}">
                  <a16:creationId xmlns:a16="http://schemas.microsoft.com/office/drawing/2014/main" id="{A0D88F41-4682-CA45-8585-DBF16F642C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082560" y="6079765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340">
              <a:extLst>
                <a:ext uri="{FF2B5EF4-FFF2-40B4-BE49-F238E27FC236}">
                  <a16:creationId xmlns:a16="http://schemas.microsoft.com/office/drawing/2014/main" id="{35871F4E-CC13-4141-8650-C54BC7E7061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082560" y="5932057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341">
              <a:extLst>
                <a:ext uri="{FF2B5EF4-FFF2-40B4-BE49-F238E27FC236}">
                  <a16:creationId xmlns:a16="http://schemas.microsoft.com/office/drawing/2014/main" id="{3F9367CD-5C25-4C43-9AB4-D1B67082A9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82560" y="5789116"/>
              <a:ext cx="14296" cy="71472"/>
            </a:xfrm>
            <a:custGeom>
              <a:avLst/>
              <a:gdLst>
                <a:gd name="T0" fmla="*/ 4 w 4"/>
                <a:gd name="T1" fmla="*/ 19 h 19"/>
                <a:gd name="T2" fmla="*/ 0 w 4"/>
                <a:gd name="T3" fmla="*/ 19 h 19"/>
                <a:gd name="T4" fmla="*/ 0 w 4"/>
                <a:gd name="T5" fmla="*/ 11 h 19"/>
                <a:gd name="T6" fmla="*/ 1 w 4"/>
                <a:gd name="T7" fmla="*/ 0 h 19"/>
                <a:gd name="T8" fmla="*/ 4 w 4"/>
                <a:gd name="T9" fmla="*/ 0 h 19"/>
                <a:gd name="T10" fmla="*/ 4 w 4"/>
                <a:gd name="T11" fmla="*/ 11 h 19"/>
                <a:gd name="T12" fmla="*/ 4 w 4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9">
                  <a:moveTo>
                    <a:pt x="4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4"/>
                    <a:pt x="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8"/>
                    <a:pt x="4" y="11"/>
                  </a:cubicBezTo>
                  <a:lnTo>
                    <a:pt x="4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342">
              <a:extLst>
                <a:ext uri="{FF2B5EF4-FFF2-40B4-BE49-F238E27FC236}">
                  <a16:creationId xmlns:a16="http://schemas.microsoft.com/office/drawing/2014/main" id="{EA3B5F54-B06C-EC45-98C4-41598DBDB4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01619" y="5646175"/>
              <a:ext cx="38118" cy="71472"/>
            </a:xfrm>
            <a:custGeom>
              <a:avLst/>
              <a:gdLst>
                <a:gd name="T0" fmla="*/ 3 w 11"/>
                <a:gd name="T1" fmla="*/ 19 h 19"/>
                <a:gd name="T2" fmla="*/ 0 w 11"/>
                <a:gd name="T3" fmla="*/ 18 h 19"/>
                <a:gd name="T4" fmla="*/ 8 w 11"/>
                <a:gd name="T5" fmla="*/ 0 h 19"/>
                <a:gd name="T6" fmla="*/ 11 w 11"/>
                <a:gd name="T7" fmla="*/ 2 h 19"/>
                <a:gd name="T8" fmla="*/ 3 w 11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9">
                  <a:moveTo>
                    <a:pt x="3" y="19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2" y="12"/>
                    <a:pt x="5" y="6"/>
                    <a:pt x="8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8" y="8"/>
                    <a:pt x="5" y="13"/>
                    <a:pt x="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343">
              <a:extLst>
                <a:ext uri="{FF2B5EF4-FFF2-40B4-BE49-F238E27FC236}">
                  <a16:creationId xmlns:a16="http://schemas.microsoft.com/office/drawing/2014/main" id="{9F4E3552-D2AB-2E41-B13C-69E0F620F2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73091" y="5531822"/>
              <a:ext cx="57176" cy="57176"/>
            </a:xfrm>
            <a:custGeom>
              <a:avLst/>
              <a:gdLst>
                <a:gd name="T0" fmla="*/ 2 w 16"/>
                <a:gd name="T1" fmla="*/ 16 h 16"/>
                <a:gd name="T2" fmla="*/ 0 w 16"/>
                <a:gd name="T3" fmla="*/ 14 h 16"/>
                <a:gd name="T4" fmla="*/ 14 w 16"/>
                <a:gd name="T5" fmla="*/ 0 h 16"/>
                <a:gd name="T6" fmla="*/ 16 w 16"/>
                <a:gd name="T7" fmla="*/ 2 h 16"/>
                <a:gd name="T8" fmla="*/ 2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2" y="16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4" y="9"/>
                    <a:pt x="9" y="4"/>
                    <a:pt x="14" y="0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1" y="7"/>
                    <a:pt x="6" y="11"/>
                    <a:pt x="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344">
              <a:extLst>
                <a:ext uri="{FF2B5EF4-FFF2-40B4-BE49-F238E27FC236}">
                  <a16:creationId xmlns:a16="http://schemas.microsoft.com/office/drawing/2014/main" id="{09A7AD9E-6343-C747-AE00-BB946413D6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82678" y="5460353"/>
              <a:ext cx="76235" cy="38118"/>
            </a:xfrm>
            <a:custGeom>
              <a:avLst/>
              <a:gdLst>
                <a:gd name="T0" fmla="*/ 2 w 19"/>
                <a:gd name="T1" fmla="*/ 11 h 11"/>
                <a:gd name="T2" fmla="*/ 0 w 19"/>
                <a:gd name="T3" fmla="*/ 8 h 11"/>
                <a:gd name="T4" fmla="*/ 18 w 19"/>
                <a:gd name="T5" fmla="*/ 0 h 11"/>
                <a:gd name="T6" fmla="*/ 19 w 19"/>
                <a:gd name="T7" fmla="*/ 3 h 11"/>
                <a:gd name="T8" fmla="*/ 2 w 19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">
                  <a:moveTo>
                    <a:pt x="2" y="11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6" y="4"/>
                    <a:pt x="12" y="2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3" y="5"/>
                    <a:pt x="7" y="8"/>
                    <a:pt x="2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345">
              <a:extLst>
                <a:ext uri="{FF2B5EF4-FFF2-40B4-BE49-F238E27FC236}">
                  <a16:creationId xmlns:a16="http://schemas.microsoft.com/office/drawing/2014/main" id="{61516B29-6B29-774A-84EB-768001C5A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25619" y="5441294"/>
              <a:ext cx="76235" cy="14296"/>
            </a:xfrm>
            <a:custGeom>
              <a:avLst/>
              <a:gdLst>
                <a:gd name="T0" fmla="*/ 1 w 20"/>
                <a:gd name="T1" fmla="*/ 4 h 4"/>
                <a:gd name="T2" fmla="*/ 0 w 20"/>
                <a:gd name="T3" fmla="*/ 1 h 4"/>
                <a:gd name="T4" fmla="*/ 13 w 20"/>
                <a:gd name="T5" fmla="*/ 0 h 4"/>
                <a:gd name="T6" fmla="*/ 20 w 20"/>
                <a:gd name="T7" fmla="*/ 0 h 4"/>
                <a:gd name="T8" fmla="*/ 20 w 20"/>
                <a:gd name="T9" fmla="*/ 3 h 4"/>
                <a:gd name="T10" fmla="*/ 13 w 20"/>
                <a:gd name="T11" fmla="*/ 3 h 4"/>
                <a:gd name="T12" fmla="*/ 1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9" y="0"/>
                    <a:pt x="1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3"/>
                    <a:pt x="5" y="3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346">
              <a:extLst>
                <a:ext uri="{FF2B5EF4-FFF2-40B4-BE49-F238E27FC236}">
                  <a16:creationId xmlns:a16="http://schemas.microsoft.com/office/drawing/2014/main" id="{0242CEEA-A9BA-FA46-95D4-B340BA0BF7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73326" y="5441294"/>
              <a:ext cx="76235" cy="9529"/>
            </a:xfrm>
            <a:custGeom>
              <a:avLst/>
              <a:gdLst>
                <a:gd name="T0" fmla="*/ 18 w 20"/>
                <a:gd name="T1" fmla="*/ 3 h 3"/>
                <a:gd name="T2" fmla="*/ 0 w 20"/>
                <a:gd name="T3" fmla="*/ 3 h 3"/>
                <a:gd name="T4" fmla="*/ 0 w 20"/>
                <a:gd name="T5" fmla="*/ 0 h 3"/>
                <a:gd name="T6" fmla="*/ 18 w 20"/>
                <a:gd name="T7" fmla="*/ 0 h 3"/>
                <a:gd name="T8" fmla="*/ 20 w 20"/>
                <a:gd name="T9" fmla="*/ 0 h 3"/>
                <a:gd name="T10" fmla="*/ 20 w 20"/>
                <a:gd name="T11" fmla="*/ 3 h 3"/>
                <a:gd name="T12" fmla="*/ 18 w 2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">
                  <a:moveTo>
                    <a:pt x="18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3"/>
                    <a:pt x="18" y="3"/>
                    <a:pt x="18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347">
              <a:extLst>
                <a:ext uri="{FF2B5EF4-FFF2-40B4-BE49-F238E27FC236}">
                  <a16:creationId xmlns:a16="http://schemas.microsoft.com/office/drawing/2014/main" id="{1058506A-FC47-E449-AFA3-4C1EAB895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21031" y="5412706"/>
              <a:ext cx="71472" cy="33354"/>
            </a:xfrm>
            <a:custGeom>
              <a:avLst/>
              <a:gdLst>
                <a:gd name="T0" fmla="*/ 0 w 19"/>
                <a:gd name="T1" fmla="*/ 9 h 9"/>
                <a:gd name="T2" fmla="*/ 0 w 19"/>
                <a:gd name="T3" fmla="*/ 6 h 9"/>
                <a:gd name="T4" fmla="*/ 18 w 19"/>
                <a:gd name="T5" fmla="*/ 0 h 9"/>
                <a:gd name="T6" fmla="*/ 19 w 19"/>
                <a:gd name="T7" fmla="*/ 3 h 9"/>
                <a:gd name="T8" fmla="*/ 0 w 1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9">
                  <a:moveTo>
                    <a:pt x="0" y="9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6" y="4"/>
                    <a:pt x="12" y="2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3" y="5"/>
                    <a:pt x="7" y="7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348">
              <a:extLst>
                <a:ext uri="{FF2B5EF4-FFF2-40B4-BE49-F238E27FC236}">
                  <a16:creationId xmlns:a16="http://schemas.microsoft.com/office/drawing/2014/main" id="{888849A8-0573-B940-8BEC-9213CCA44D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49679" y="5326941"/>
              <a:ext cx="66706" cy="57176"/>
            </a:xfrm>
            <a:custGeom>
              <a:avLst/>
              <a:gdLst>
                <a:gd name="T0" fmla="*/ 2 w 17"/>
                <a:gd name="T1" fmla="*/ 15 h 15"/>
                <a:gd name="T2" fmla="*/ 0 w 17"/>
                <a:gd name="T3" fmla="*/ 13 h 15"/>
                <a:gd name="T4" fmla="*/ 14 w 17"/>
                <a:gd name="T5" fmla="*/ 0 h 15"/>
                <a:gd name="T6" fmla="*/ 17 w 17"/>
                <a:gd name="T7" fmla="*/ 3 h 15"/>
                <a:gd name="T8" fmla="*/ 2 w 17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2" y="15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5" y="9"/>
                    <a:pt x="10" y="5"/>
                    <a:pt x="14" y="0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2" y="8"/>
                    <a:pt x="7" y="12"/>
                    <a:pt x="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49">
              <a:extLst>
                <a:ext uri="{FF2B5EF4-FFF2-40B4-BE49-F238E27FC236}">
                  <a16:creationId xmlns:a16="http://schemas.microsoft.com/office/drawing/2014/main" id="{D1FE5BF8-760F-0248-9DC9-641BC168B4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54503" y="5212588"/>
              <a:ext cx="42884" cy="71472"/>
            </a:xfrm>
            <a:custGeom>
              <a:avLst/>
              <a:gdLst>
                <a:gd name="T0" fmla="*/ 2 w 12"/>
                <a:gd name="T1" fmla="*/ 19 h 19"/>
                <a:gd name="T2" fmla="*/ 0 w 12"/>
                <a:gd name="T3" fmla="*/ 17 h 19"/>
                <a:gd name="T4" fmla="*/ 9 w 12"/>
                <a:gd name="T5" fmla="*/ 0 h 19"/>
                <a:gd name="T6" fmla="*/ 12 w 12"/>
                <a:gd name="T7" fmla="*/ 1 h 19"/>
                <a:gd name="T8" fmla="*/ 2 w 12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9">
                  <a:moveTo>
                    <a:pt x="2" y="19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3" y="12"/>
                    <a:pt x="6" y="6"/>
                    <a:pt x="9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9" y="7"/>
                    <a:pt x="6" y="13"/>
                    <a:pt x="2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350">
              <a:extLst>
                <a:ext uri="{FF2B5EF4-FFF2-40B4-BE49-F238E27FC236}">
                  <a16:creationId xmlns:a16="http://schemas.microsoft.com/office/drawing/2014/main" id="{80A479F6-0F5A-4044-9C8F-A3AAE3E5F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11679" y="5069647"/>
              <a:ext cx="19059" cy="76235"/>
            </a:xfrm>
            <a:custGeom>
              <a:avLst/>
              <a:gdLst>
                <a:gd name="T0" fmla="*/ 3 w 5"/>
                <a:gd name="T1" fmla="*/ 20 h 20"/>
                <a:gd name="T2" fmla="*/ 0 w 5"/>
                <a:gd name="T3" fmla="*/ 19 h 20"/>
                <a:gd name="T4" fmla="*/ 2 w 5"/>
                <a:gd name="T5" fmla="*/ 0 h 20"/>
                <a:gd name="T6" fmla="*/ 5 w 5"/>
                <a:gd name="T7" fmla="*/ 0 h 20"/>
                <a:gd name="T8" fmla="*/ 3 w 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0">
                  <a:moveTo>
                    <a:pt x="3" y="2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" y="13"/>
                    <a:pt x="2" y="6"/>
                    <a:pt x="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7"/>
                    <a:pt x="4" y="13"/>
                    <a:pt x="3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351">
              <a:extLst>
                <a:ext uri="{FF2B5EF4-FFF2-40B4-BE49-F238E27FC236}">
                  <a16:creationId xmlns:a16="http://schemas.microsoft.com/office/drawing/2014/main" id="{D037E32E-1BC6-2847-8E78-6AD594EE2E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4926706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352">
              <a:extLst>
                <a:ext uri="{FF2B5EF4-FFF2-40B4-BE49-F238E27FC236}">
                  <a16:creationId xmlns:a16="http://schemas.microsoft.com/office/drawing/2014/main" id="{88ABBC7A-3E8D-2949-A3CE-D69E5175E71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4778998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353">
              <a:extLst>
                <a:ext uri="{FF2B5EF4-FFF2-40B4-BE49-F238E27FC236}">
                  <a16:creationId xmlns:a16="http://schemas.microsoft.com/office/drawing/2014/main" id="{FA21E705-02D5-9D49-813C-824C52A9CC6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4631294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54">
              <a:extLst>
                <a:ext uri="{FF2B5EF4-FFF2-40B4-BE49-F238E27FC236}">
                  <a16:creationId xmlns:a16="http://schemas.microsoft.com/office/drawing/2014/main" id="{B4279E45-09B5-D24A-BFDF-650343C3E92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4483587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55">
              <a:extLst>
                <a:ext uri="{FF2B5EF4-FFF2-40B4-BE49-F238E27FC236}">
                  <a16:creationId xmlns:a16="http://schemas.microsoft.com/office/drawing/2014/main" id="{0FDF625A-C8A5-6143-91E8-7D1A839B693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4340646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56">
              <a:extLst>
                <a:ext uri="{FF2B5EF4-FFF2-40B4-BE49-F238E27FC236}">
                  <a16:creationId xmlns:a16="http://schemas.microsoft.com/office/drawing/2014/main" id="{E26EC78E-C96C-1B49-B204-9E477E9652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4192941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57">
              <a:extLst>
                <a:ext uri="{FF2B5EF4-FFF2-40B4-BE49-F238E27FC236}">
                  <a16:creationId xmlns:a16="http://schemas.microsoft.com/office/drawing/2014/main" id="{480A4ECF-DA5B-1D49-A7B8-6182267940B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4045234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58">
              <a:extLst>
                <a:ext uri="{FF2B5EF4-FFF2-40B4-BE49-F238E27FC236}">
                  <a16:creationId xmlns:a16="http://schemas.microsoft.com/office/drawing/2014/main" id="{7593FE30-70FE-D448-9700-0CD1E56F42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3902293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9">
              <a:extLst>
                <a:ext uri="{FF2B5EF4-FFF2-40B4-BE49-F238E27FC236}">
                  <a16:creationId xmlns:a16="http://schemas.microsoft.com/office/drawing/2014/main" id="{1A52508C-6D3A-1246-B16D-BACFA8F115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3754588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60">
              <a:extLst>
                <a:ext uri="{FF2B5EF4-FFF2-40B4-BE49-F238E27FC236}">
                  <a16:creationId xmlns:a16="http://schemas.microsoft.com/office/drawing/2014/main" id="{B3D6EACD-80AA-C547-97E4-B6E5BC695ED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3606881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61">
              <a:extLst>
                <a:ext uri="{FF2B5EF4-FFF2-40B4-BE49-F238E27FC236}">
                  <a16:creationId xmlns:a16="http://schemas.microsoft.com/office/drawing/2014/main" id="{1B16496C-F201-5A40-88F8-85B159962B3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3459176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362">
              <a:extLst>
                <a:ext uri="{FF2B5EF4-FFF2-40B4-BE49-F238E27FC236}">
                  <a16:creationId xmlns:a16="http://schemas.microsoft.com/office/drawing/2014/main" id="{45020326-AA88-A646-93A2-904B62667F1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3311469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63">
              <a:extLst>
                <a:ext uri="{FF2B5EF4-FFF2-40B4-BE49-F238E27FC236}">
                  <a16:creationId xmlns:a16="http://schemas.microsoft.com/office/drawing/2014/main" id="{AA378414-C707-F04D-902F-4575F7FA47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3163765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364">
              <a:extLst>
                <a:ext uri="{FF2B5EF4-FFF2-40B4-BE49-F238E27FC236}">
                  <a16:creationId xmlns:a16="http://schemas.microsoft.com/office/drawing/2014/main" id="{4FCB9E90-ECFF-1E4F-97F4-97F22B99F5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3020824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365">
              <a:extLst>
                <a:ext uri="{FF2B5EF4-FFF2-40B4-BE49-F238E27FC236}">
                  <a16:creationId xmlns:a16="http://schemas.microsoft.com/office/drawing/2014/main" id="{2DFC0A74-B500-E043-AA23-3E770FA7D37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2877882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366">
              <a:extLst>
                <a:ext uri="{FF2B5EF4-FFF2-40B4-BE49-F238E27FC236}">
                  <a16:creationId xmlns:a16="http://schemas.microsoft.com/office/drawing/2014/main" id="{5BEAE60A-03AE-6549-91F4-3088FC71C7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2730175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367">
              <a:extLst>
                <a:ext uri="{FF2B5EF4-FFF2-40B4-BE49-F238E27FC236}">
                  <a16:creationId xmlns:a16="http://schemas.microsoft.com/office/drawing/2014/main" id="{77AAA7E0-2EE5-B14F-9F17-3BC49F6F7A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16443" y="2582471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68">
              <a:extLst>
                <a:ext uri="{FF2B5EF4-FFF2-40B4-BE49-F238E27FC236}">
                  <a16:creationId xmlns:a16="http://schemas.microsoft.com/office/drawing/2014/main" id="{6EE38B73-B8C0-4D47-9B9B-4AB1EE0595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02150" y="2434763"/>
              <a:ext cx="28588" cy="76235"/>
            </a:xfrm>
            <a:custGeom>
              <a:avLst/>
              <a:gdLst>
                <a:gd name="T0" fmla="*/ 3 w 7"/>
                <a:gd name="T1" fmla="*/ 20 h 20"/>
                <a:gd name="T2" fmla="*/ 0 w 7"/>
                <a:gd name="T3" fmla="*/ 1 h 20"/>
                <a:gd name="T4" fmla="*/ 3 w 7"/>
                <a:gd name="T5" fmla="*/ 0 h 20"/>
                <a:gd name="T6" fmla="*/ 7 w 7"/>
                <a:gd name="T7" fmla="*/ 19 h 20"/>
                <a:gd name="T8" fmla="*/ 3 w 7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0">
                  <a:moveTo>
                    <a:pt x="3" y="20"/>
                  </a:moveTo>
                  <a:cubicBezTo>
                    <a:pt x="3" y="13"/>
                    <a:pt x="2" y="7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6"/>
                    <a:pt x="6" y="13"/>
                    <a:pt x="7" y="19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F7315C20-BAD1-4A43-A2A9-9C5FD9478B98}"/>
              </a:ext>
            </a:extLst>
          </p:cNvPr>
          <p:cNvSpPr/>
          <p:nvPr/>
        </p:nvSpPr>
        <p:spPr>
          <a:xfrm>
            <a:off x="6517586" y="3094112"/>
            <a:ext cx="365294" cy="365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E58E43F-D854-AF47-9ADB-C531B103E6C1}"/>
              </a:ext>
            </a:extLst>
          </p:cNvPr>
          <p:cNvSpPr/>
          <p:nvPr/>
        </p:nvSpPr>
        <p:spPr>
          <a:xfrm>
            <a:off x="0" y="0"/>
            <a:ext cx="12192000" cy="2434763"/>
          </a:xfrm>
          <a:prstGeom prst="rect">
            <a:avLst/>
          </a:prstGeom>
          <a:gradFill>
            <a:gsLst>
              <a:gs pos="0">
                <a:schemeClr val="accent1">
                  <a:alpha val="57000"/>
                </a:schemeClr>
              </a:gs>
              <a:gs pos="100000">
                <a:schemeClr val="accent4">
                  <a:alpha val="5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62D0295-BE00-E744-A786-D1327D9C3A4A}"/>
              </a:ext>
            </a:extLst>
          </p:cNvPr>
          <p:cNvGrpSpPr/>
          <p:nvPr/>
        </p:nvGrpSpPr>
        <p:grpSpPr>
          <a:xfrm>
            <a:off x="5429961" y="1577118"/>
            <a:ext cx="1163436" cy="1163436"/>
            <a:chOff x="2728252" y="945052"/>
            <a:chExt cx="1396476" cy="1396476"/>
          </a:xfrm>
          <a:effectLst>
            <a:outerShdw blurRad="381000" dist="165100" dir="2700000" algn="tl" rotWithShape="0">
              <a:schemeClr val="accent1">
                <a:alpha val="29000"/>
              </a:schemeClr>
            </a:outerShdw>
          </a:effectLst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4F65F67-D91F-EF4D-A72E-C2E326DC6675}"/>
                </a:ext>
              </a:extLst>
            </p:cNvPr>
            <p:cNvSpPr/>
            <p:nvPr/>
          </p:nvSpPr>
          <p:spPr>
            <a:xfrm flipH="1">
              <a:off x="2914285" y="1131085"/>
              <a:ext cx="1024410" cy="1024410"/>
            </a:xfrm>
            <a:prstGeom prst="ellipse">
              <a:avLst/>
            </a:prstGeom>
            <a:solidFill>
              <a:schemeClr val="bg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vi-VN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EF70DC2-DE7D-874A-9312-C2B1DB0D51D9}"/>
                </a:ext>
              </a:extLst>
            </p:cNvPr>
            <p:cNvSpPr/>
            <p:nvPr/>
          </p:nvSpPr>
          <p:spPr>
            <a:xfrm flipH="1">
              <a:off x="3081126" y="1297926"/>
              <a:ext cx="690728" cy="6907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vi-VN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FE33AC0-7838-D64F-9585-71826F1AF661}"/>
                </a:ext>
              </a:extLst>
            </p:cNvPr>
            <p:cNvSpPr/>
            <p:nvPr/>
          </p:nvSpPr>
          <p:spPr>
            <a:xfrm flipH="1">
              <a:off x="2728252" y="945052"/>
              <a:ext cx="1396476" cy="1396476"/>
            </a:xfrm>
            <a:prstGeom prst="ellipse">
              <a:avLst/>
            </a:prstGeom>
            <a:solidFill>
              <a:schemeClr val="bg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vi-VN"/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21AEE739-0D35-0142-B105-3CD56D1EBDB1}"/>
              </a:ext>
            </a:extLst>
          </p:cNvPr>
          <p:cNvSpPr txBox="1"/>
          <p:nvPr/>
        </p:nvSpPr>
        <p:spPr>
          <a:xfrm>
            <a:off x="3979263" y="599140"/>
            <a:ext cx="4712829" cy="126188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Our Data Adventure</a:t>
            </a:r>
          </a:p>
          <a:p>
            <a:r>
              <a:rPr lang="en-US" b="1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Exploring the NBA Landscape (2019-2024)</a:t>
            </a:r>
          </a:p>
          <a:p>
            <a:endParaRPr lang="en-US" sz="3200" b="1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9" name="Teardrop 138">
            <a:extLst>
              <a:ext uri="{FF2B5EF4-FFF2-40B4-BE49-F238E27FC236}">
                <a16:creationId xmlns:a16="http://schemas.microsoft.com/office/drawing/2014/main" id="{8A966366-96B2-0645-A11A-7F488C2B02C6}"/>
              </a:ext>
            </a:extLst>
          </p:cNvPr>
          <p:cNvSpPr/>
          <p:nvPr/>
        </p:nvSpPr>
        <p:spPr>
          <a:xfrm rot="8100000">
            <a:off x="6438408" y="3020824"/>
            <a:ext cx="745215" cy="74521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F6F6A2A-9BB4-8B4E-8FE0-DBB349422577}"/>
              </a:ext>
            </a:extLst>
          </p:cNvPr>
          <p:cNvGrpSpPr/>
          <p:nvPr/>
        </p:nvGrpSpPr>
        <p:grpSpPr>
          <a:xfrm>
            <a:off x="4003481" y="5021294"/>
            <a:ext cx="745215" cy="745215"/>
            <a:chOff x="3715639" y="4331848"/>
            <a:chExt cx="745215" cy="745215"/>
          </a:xfrm>
        </p:grpSpPr>
        <p:sp>
          <p:nvSpPr>
            <p:cNvPr id="154" name="Teardrop 153">
              <a:extLst>
                <a:ext uri="{FF2B5EF4-FFF2-40B4-BE49-F238E27FC236}">
                  <a16:creationId xmlns:a16="http://schemas.microsoft.com/office/drawing/2014/main" id="{3C528261-CF0F-384D-B3FB-707045FDC91D}"/>
                </a:ext>
              </a:extLst>
            </p:cNvPr>
            <p:cNvSpPr/>
            <p:nvPr/>
          </p:nvSpPr>
          <p:spPr>
            <a:xfrm rot="8100000">
              <a:off x="3715639" y="4331848"/>
              <a:ext cx="745215" cy="745215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55" name="Freeform 105">
              <a:extLst>
                <a:ext uri="{FF2B5EF4-FFF2-40B4-BE49-F238E27FC236}">
                  <a16:creationId xmlns:a16="http://schemas.microsoft.com/office/drawing/2014/main" id="{E6BC28CB-89F2-CA4B-A8C9-6F5692FD8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3916" y="4546666"/>
              <a:ext cx="298867" cy="294536"/>
            </a:xfrm>
            <a:custGeom>
              <a:avLst/>
              <a:gdLst/>
              <a:ahLst/>
              <a:cxnLst>
                <a:cxn ang="0">
                  <a:pos x="59" y="63"/>
                </a:cxn>
                <a:cxn ang="0">
                  <a:pos x="55" y="61"/>
                </a:cxn>
                <a:cxn ang="0">
                  <a:pos x="42" y="48"/>
                </a:cxn>
                <a:cxn ang="0">
                  <a:pos x="27" y="53"/>
                </a:cxn>
                <a:cxn ang="0">
                  <a:pos x="0" y="26"/>
                </a:cxn>
                <a:cxn ang="0">
                  <a:pos x="27" y="0"/>
                </a:cxn>
                <a:cxn ang="0">
                  <a:pos x="54" y="26"/>
                </a:cxn>
                <a:cxn ang="0">
                  <a:pos x="49" y="41"/>
                </a:cxn>
                <a:cxn ang="0">
                  <a:pos x="62" y="54"/>
                </a:cxn>
                <a:cxn ang="0">
                  <a:pos x="64" y="58"/>
                </a:cxn>
                <a:cxn ang="0">
                  <a:pos x="59" y="63"/>
                </a:cxn>
                <a:cxn ang="0">
                  <a:pos x="27" y="9"/>
                </a:cxn>
                <a:cxn ang="0">
                  <a:pos x="10" y="26"/>
                </a:cxn>
                <a:cxn ang="0">
                  <a:pos x="27" y="43"/>
                </a:cxn>
                <a:cxn ang="0">
                  <a:pos x="44" y="26"/>
                </a:cxn>
                <a:cxn ang="0">
                  <a:pos x="27" y="9"/>
                </a:cxn>
              </a:cxnLst>
              <a:rect l="0" t="0" r="r" b="b"/>
              <a:pathLst>
                <a:path w="64" h="63">
                  <a:moveTo>
                    <a:pt x="59" y="63"/>
                  </a:moveTo>
                  <a:cubicBezTo>
                    <a:pt x="57" y="63"/>
                    <a:pt x="56" y="62"/>
                    <a:pt x="55" y="61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8" y="51"/>
                    <a:pt x="33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32"/>
                    <a:pt x="52" y="37"/>
                    <a:pt x="49" y="41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3" y="55"/>
                    <a:pt x="64" y="57"/>
                    <a:pt x="64" y="58"/>
                  </a:cubicBezTo>
                  <a:cubicBezTo>
                    <a:pt x="64" y="61"/>
                    <a:pt x="61" y="63"/>
                    <a:pt x="59" y="63"/>
                  </a:cubicBezTo>
                  <a:close/>
                  <a:moveTo>
                    <a:pt x="27" y="9"/>
                  </a:moveTo>
                  <a:cubicBezTo>
                    <a:pt x="18" y="9"/>
                    <a:pt x="10" y="17"/>
                    <a:pt x="10" y="26"/>
                  </a:cubicBezTo>
                  <a:cubicBezTo>
                    <a:pt x="10" y="36"/>
                    <a:pt x="18" y="43"/>
                    <a:pt x="27" y="43"/>
                  </a:cubicBezTo>
                  <a:cubicBezTo>
                    <a:pt x="37" y="43"/>
                    <a:pt x="44" y="36"/>
                    <a:pt x="44" y="26"/>
                  </a:cubicBezTo>
                  <a:cubicBezTo>
                    <a:pt x="44" y="17"/>
                    <a:pt x="37" y="9"/>
                    <a:pt x="27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CD5E4F8A-6F68-9E4B-95D3-5DBE3D29B2B0}"/>
              </a:ext>
            </a:extLst>
          </p:cNvPr>
          <p:cNvSpPr txBox="1"/>
          <p:nvPr/>
        </p:nvSpPr>
        <p:spPr>
          <a:xfrm>
            <a:off x="7571481" y="3055392"/>
            <a:ext cx="374301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latin typeface="Open Sans SemiBold" charset="0"/>
                <a:ea typeface="Open Sans SemiBold" charset="0"/>
                <a:cs typeface="Open Sans SemiBold" charset="0"/>
              </a:rPr>
              <a:t>Web Scraping &amp; Data Crawling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0C8F7CA-E95C-CF4C-AB4A-45156938D289}"/>
              </a:ext>
            </a:extLst>
          </p:cNvPr>
          <p:cNvSpPr txBox="1"/>
          <p:nvPr/>
        </p:nvSpPr>
        <p:spPr>
          <a:xfrm flipH="1">
            <a:off x="7571481" y="3459176"/>
            <a:ext cx="3252029" cy="443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Extracting required data from </a:t>
            </a:r>
            <a:r>
              <a:rPr lang="en-US" sz="1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PlayerStat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Roster, Teams, Salary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36BEBE1-79D9-6B4F-A539-3108630B99AE}"/>
              </a:ext>
            </a:extLst>
          </p:cNvPr>
          <p:cNvSpPr txBox="1"/>
          <p:nvPr/>
        </p:nvSpPr>
        <p:spPr>
          <a:xfrm>
            <a:off x="1086178" y="5270669"/>
            <a:ext cx="248932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000" b="1" dirty="0">
                <a:latin typeface="Open Sans SemiBold" charset="0"/>
                <a:ea typeface="Open Sans SemiBold" charset="0"/>
                <a:cs typeface="Open Sans SemiBold" charset="0"/>
              </a:rPr>
              <a:t>Data Preprocessing</a:t>
            </a:r>
          </a:p>
        </p:txBody>
      </p:sp>
      <p:sp>
        <p:nvSpPr>
          <p:cNvPr id="164" name="Shape 2540">
            <a:extLst>
              <a:ext uri="{FF2B5EF4-FFF2-40B4-BE49-F238E27FC236}">
                <a16:creationId xmlns:a16="http://schemas.microsoft.com/office/drawing/2014/main" id="{DEA59615-285B-A349-9E0B-952256B6402A}"/>
              </a:ext>
            </a:extLst>
          </p:cNvPr>
          <p:cNvSpPr/>
          <p:nvPr/>
        </p:nvSpPr>
        <p:spPr>
          <a:xfrm>
            <a:off x="875585" y="5675444"/>
            <a:ext cx="236702" cy="2367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DFF9D3F-AE09-0249-B3BF-AEC05E5F01BA}"/>
              </a:ext>
            </a:extLst>
          </p:cNvPr>
          <p:cNvSpPr txBox="1"/>
          <p:nvPr/>
        </p:nvSpPr>
        <p:spPr>
          <a:xfrm>
            <a:off x="1230341" y="5711814"/>
            <a:ext cx="266098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Open Sans" charset="0"/>
                <a:ea typeface="Open Sans" charset="0"/>
                <a:cs typeface="Open Sans" charset="0"/>
              </a:rPr>
              <a:t>Handling outliers, and missing values</a:t>
            </a:r>
          </a:p>
        </p:txBody>
      </p:sp>
      <p:sp>
        <p:nvSpPr>
          <p:cNvPr id="166" name="Shape 2540">
            <a:extLst>
              <a:ext uri="{FF2B5EF4-FFF2-40B4-BE49-F238E27FC236}">
                <a16:creationId xmlns:a16="http://schemas.microsoft.com/office/drawing/2014/main" id="{5874B018-CF46-4446-80DA-3816D099AD31}"/>
              </a:ext>
            </a:extLst>
          </p:cNvPr>
          <p:cNvSpPr/>
          <p:nvPr/>
        </p:nvSpPr>
        <p:spPr>
          <a:xfrm>
            <a:off x="875591" y="5995818"/>
            <a:ext cx="236702" cy="2367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05CF437-C4E5-ED45-B146-87955DB2DB94}"/>
              </a:ext>
            </a:extLst>
          </p:cNvPr>
          <p:cNvSpPr txBox="1"/>
          <p:nvPr/>
        </p:nvSpPr>
        <p:spPr>
          <a:xfrm>
            <a:off x="1230347" y="6018118"/>
            <a:ext cx="308898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Open Sans" charset="0"/>
                <a:ea typeface="Open Sans" charset="0"/>
                <a:cs typeface="Open Sans" charset="0"/>
              </a:rPr>
              <a:t>Standardizing data formats (height, weight)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9331762-6BF2-7543-E6DF-43E713E14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031" y="3074749"/>
            <a:ext cx="608367" cy="608367"/>
          </a:xfrm>
          <a:prstGeom prst="rect">
            <a:avLst/>
          </a:prstGeom>
        </p:spPr>
      </p:pic>
      <p:sp>
        <p:nvSpPr>
          <p:cNvPr id="49" name="Shape 2540">
            <a:extLst>
              <a:ext uri="{FF2B5EF4-FFF2-40B4-BE49-F238E27FC236}">
                <a16:creationId xmlns:a16="http://schemas.microsoft.com/office/drawing/2014/main" id="{0234A26F-8A97-B4AC-F664-AEC715BA11DF}"/>
              </a:ext>
            </a:extLst>
          </p:cNvPr>
          <p:cNvSpPr/>
          <p:nvPr/>
        </p:nvSpPr>
        <p:spPr>
          <a:xfrm>
            <a:off x="873245" y="6302966"/>
            <a:ext cx="236702" cy="2367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B7936F-0CE6-614B-0885-0B5539BD6747}"/>
              </a:ext>
            </a:extLst>
          </p:cNvPr>
          <p:cNvSpPr txBox="1"/>
          <p:nvPr/>
        </p:nvSpPr>
        <p:spPr>
          <a:xfrm>
            <a:off x="1228001" y="6325266"/>
            <a:ext cx="303608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Open Sans" charset="0"/>
                <a:ea typeface="Open Sans" charset="0"/>
                <a:cs typeface="Open Sans" charset="0"/>
              </a:rPr>
              <a:t>Feature Engineering (agility, innate ability)</a:t>
            </a:r>
          </a:p>
        </p:txBody>
      </p:sp>
    </p:spTree>
    <p:extLst>
      <p:ext uri="{BB962C8B-B14F-4D97-AF65-F5344CB8AC3E}">
        <p14:creationId xmlns:p14="http://schemas.microsoft.com/office/powerpoint/2010/main" val="44989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5D5CE24-98E0-7A4A-8B09-EBEB5FE2BA20}"/>
              </a:ext>
            </a:extLst>
          </p:cNvPr>
          <p:cNvGrpSpPr/>
          <p:nvPr/>
        </p:nvGrpSpPr>
        <p:grpSpPr>
          <a:xfrm>
            <a:off x="5392268" y="-21265"/>
            <a:ext cx="2087523" cy="6989825"/>
            <a:chOff x="11421920" y="6842118"/>
            <a:chExt cx="2087523" cy="698982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D04C1D3-551C-594C-A8C7-8E4C1A67C0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1920" y="6858000"/>
              <a:ext cx="2087523" cy="6858000"/>
            </a:xfrm>
            <a:custGeom>
              <a:avLst/>
              <a:gdLst>
                <a:gd name="connsiteX0" fmla="*/ 13859 w 2087523"/>
                <a:gd name="connsiteY0" fmla="*/ 0 h 6858000"/>
                <a:gd name="connsiteX1" fmla="*/ 876683 w 2087523"/>
                <a:gd name="connsiteY1" fmla="*/ 0 h 6858000"/>
                <a:gd name="connsiteX2" fmla="*/ 926290 w 2087523"/>
                <a:gd name="connsiteY2" fmla="*/ 60013 h 6858000"/>
                <a:gd name="connsiteX3" fmla="*/ 1004125 w 2087523"/>
                <a:gd name="connsiteY3" fmla="*/ 315037 h 6858000"/>
                <a:gd name="connsiteX4" fmla="*/ 1004125 w 2087523"/>
                <a:gd name="connsiteY4" fmla="*/ 480713 h 6858000"/>
                <a:gd name="connsiteX5" fmla="*/ 1317442 w 2087523"/>
                <a:gd name="connsiteY5" fmla="*/ 793239 h 6858000"/>
                <a:gd name="connsiteX6" fmla="*/ 1630759 w 2087523"/>
                <a:gd name="connsiteY6" fmla="*/ 793239 h 6858000"/>
                <a:gd name="connsiteX7" fmla="*/ 2087523 w 2087523"/>
                <a:gd name="connsiteY7" fmla="*/ 1248850 h 6858000"/>
                <a:gd name="connsiteX8" fmla="*/ 2087523 w 2087523"/>
                <a:gd name="connsiteY8" fmla="*/ 2728641 h 6858000"/>
                <a:gd name="connsiteX9" fmla="*/ 1630759 w 2087523"/>
                <a:gd name="connsiteY9" fmla="*/ 3188016 h 6858000"/>
                <a:gd name="connsiteX10" fmla="*/ 460539 w 2087523"/>
                <a:gd name="connsiteY10" fmla="*/ 3188016 h 6858000"/>
                <a:gd name="connsiteX11" fmla="*/ 147222 w 2087523"/>
                <a:gd name="connsiteY11" fmla="*/ 3496777 h 6858000"/>
                <a:gd name="connsiteX12" fmla="*/ 147222 w 2087523"/>
                <a:gd name="connsiteY12" fmla="*/ 6117477 h 6858000"/>
                <a:gd name="connsiteX13" fmla="*/ 460539 w 2087523"/>
                <a:gd name="connsiteY13" fmla="*/ 6430003 h 6858000"/>
                <a:gd name="connsiteX14" fmla="*/ 1528837 w 2087523"/>
                <a:gd name="connsiteY14" fmla="*/ 6430003 h 6858000"/>
                <a:gd name="connsiteX15" fmla="*/ 1976348 w 2087523"/>
                <a:gd name="connsiteY15" fmla="*/ 6793604 h 6858000"/>
                <a:gd name="connsiteX16" fmla="*/ 1982824 w 2087523"/>
                <a:gd name="connsiteY16" fmla="*/ 6858000 h 6858000"/>
                <a:gd name="connsiteX17" fmla="*/ 1835555 w 2087523"/>
                <a:gd name="connsiteY17" fmla="*/ 6858000 h 6858000"/>
                <a:gd name="connsiteX18" fmla="*/ 1832046 w 2087523"/>
                <a:gd name="connsiteY18" fmla="*/ 6823698 h 6858000"/>
                <a:gd name="connsiteX19" fmla="*/ 1528837 w 2087523"/>
                <a:gd name="connsiteY19" fmla="*/ 6576852 h 6858000"/>
                <a:gd name="connsiteX20" fmla="*/ 460539 w 2087523"/>
                <a:gd name="connsiteY20" fmla="*/ 6576852 h 6858000"/>
                <a:gd name="connsiteX21" fmla="*/ 0 w 2087523"/>
                <a:gd name="connsiteY21" fmla="*/ 6117477 h 6858000"/>
                <a:gd name="connsiteX22" fmla="*/ 0 w 2087523"/>
                <a:gd name="connsiteY22" fmla="*/ 3496777 h 6858000"/>
                <a:gd name="connsiteX23" fmla="*/ 460539 w 2087523"/>
                <a:gd name="connsiteY23" fmla="*/ 3041167 h 6858000"/>
                <a:gd name="connsiteX24" fmla="*/ 1630759 w 2087523"/>
                <a:gd name="connsiteY24" fmla="*/ 3041167 h 6858000"/>
                <a:gd name="connsiteX25" fmla="*/ 1940302 w 2087523"/>
                <a:gd name="connsiteY25" fmla="*/ 2728641 h 6858000"/>
                <a:gd name="connsiteX26" fmla="*/ 1940302 w 2087523"/>
                <a:gd name="connsiteY26" fmla="*/ 1248850 h 6858000"/>
                <a:gd name="connsiteX27" fmla="*/ 1630759 w 2087523"/>
                <a:gd name="connsiteY27" fmla="*/ 940088 h 6858000"/>
                <a:gd name="connsiteX28" fmla="*/ 1317442 w 2087523"/>
                <a:gd name="connsiteY28" fmla="*/ 940088 h 6858000"/>
                <a:gd name="connsiteX29" fmla="*/ 856904 w 2087523"/>
                <a:gd name="connsiteY29" fmla="*/ 480713 h 6858000"/>
                <a:gd name="connsiteX30" fmla="*/ 856904 w 2087523"/>
                <a:gd name="connsiteY30" fmla="*/ 315037 h 6858000"/>
                <a:gd name="connsiteX31" fmla="*/ 547362 w 2087523"/>
                <a:gd name="connsiteY31" fmla="*/ 6276 h 6858000"/>
                <a:gd name="connsiteX32" fmla="*/ 75498 w 2087523"/>
                <a:gd name="connsiteY32" fmla="*/ 627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87523" h="6858000">
                  <a:moveTo>
                    <a:pt x="13859" y="0"/>
                  </a:moveTo>
                  <a:lnTo>
                    <a:pt x="876683" y="0"/>
                  </a:lnTo>
                  <a:lnTo>
                    <a:pt x="926290" y="60013"/>
                  </a:lnTo>
                  <a:cubicBezTo>
                    <a:pt x="975459" y="132710"/>
                    <a:pt x="1004125" y="220432"/>
                    <a:pt x="1004125" y="315037"/>
                  </a:cubicBezTo>
                  <a:cubicBezTo>
                    <a:pt x="1004125" y="480713"/>
                    <a:pt x="1004125" y="480713"/>
                    <a:pt x="1004125" y="480713"/>
                  </a:cubicBezTo>
                  <a:cubicBezTo>
                    <a:pt x="1004125" y="653920"/>
                    <a:pt x="1143797" y="793239"/>
                    <a:pt x="1317442" y="793239"/>
                  </a:cubicBezTo>
                  <a:cubicBezTo>
                    <a:pt x="1630759" y="793239"/>
                    <a:pt x="1630759" y="793239"/>
                    <a:pt x="1630759" y="793239"/>
                  </a:cubicBezTo>
                  <a:cubicBezTo>
                    <a:pt x="1883678" y="793239"/>
                    <a:pt x="2087523" y="996570"/>
                    <a:pt x="2087523" y="1248850"/>
                  </a:cubicBezTo>
                  <a:cubicBezTo>
                    <a:pt x="2087523" y="2728641"/>
                    <a:pt x="2087523" y="2728641"/>
                    <a:pt x="2087523" y="2728641"/>
                  </a:cubicBezTo>
                  <a:cubicBezTo>
                    <a:pt x="2087523" y="2980921"/>
                    <a:pt x="1883678" y="3188016"/>
                    <a:pt x="1630759" y="3188016"/>
                  </a:cubicBezTo>
                  <a:cubicBezTo>
                    <a:pt x="460539" y="3188016"/>
                    <a:pt x="460539" y="3188016"/>
                    <a:pt x="460539" y="3188016"/>
                  </a:cubicBezTo>
                  <a:cubicBezTo>
                    <a:pt x="286893" y="3188016"/>
                    <a:pt x="147222" y="3327335"/>
                    <a:pt x="147222" y="3496777"/>
                  </a:cubicBezTo>
                  <a:cubicBezTo>
                    <a:pt x="147222" y="6117477"/>
                    <a:pt x="147222" y="6117477"/>
                    <a:pt x="147222" y="6117477"/>
                  </a:cubicBezTo>
                  <a:cubicBezTo>
                    <a:pt x="147222" y="6290684"/>
                    <a:pt x="286893" y="6430003"/>
                    <a:pt x="460539" y="6430003"/>
                  </a:cubicBezTo>
                  <a:cubicBezTo>
                    <a:pt x="1528837" y="6430003"/>
                    <a:pt x="1528837" y="6430003"/>
                    <a:pt x="1528837" y="6430003"/>
                  </a:cubicBezTo>
                  <a:cubicBezTo>
                    <a:pt x="1750141" y="6430003"/>
                    <a:pt x="1933873" y="6585677"/>
                    <a:pt x="1976348" y="6793604"/>
                  </a:cubicBezTo>
                  <a:lnTo>
                    <a:pt x="1982824" y="6858000"/>
                  </a:lnTo>
                  <a:lnTo>
                    <a:pt x="1835555" y="6858000"/>
                  </a:lnTo>
                  <a:lnTo>
                    <a:pt x="1832046" y="6823698"/>
                  </a:lnTo>
                  <a:cubicBezTo>
                    <a:pt x="1802989" y="6683518"/>
                    <a:pt x="1677474" y="6576852"/>
                    <a:pt x="1528837" y="6576852"/>
                  </a:cubicBezTo>
                  <a:cubicBezTo>
                    <a:pt x="460539" y="6576852"/>
                    <a:pt x="460539" y="6576852"/>
                    <a:pt x="460539" y="6576852"/>
                  </a:cubicBezTo>
                  <a:cubicBezTo>
                    <a:pt x="207620" y="6576852"/>
                    <a:pt x="0" y="6369757"/>
                    <a:pt x="0" y="6117477"/>
                  </a:cubicBezTo>
                  <a:cubicBezTo>
                    <a:pt x="0" y="3496777"/>
                    <a:pt x="0" y="3496777"/>
                    <a:pt x="0" y="3496777"/>
                  </a:cubicBezTo>
                  <a:cubicBezTo>
                    <a:pt x="0" y="3244497"/>
                    <a:pt x="207620" y="3041167"/>
                    <a:pt x="460539" y="3041167"/>
                  </a:cubicBezTo>
                  <a:cubicBezTo>
                    <a:pt x="1630759" y="3041167"/>
                    <a:pt x="1630759" y="3041167"/>
                    <a:pt x="1630759" y="3041167"/>
                  </a:cubicBezTo>
                  <a:cubicBezTo>
                    <a:pt x="1800630" y="3041167"/>
                    <a:pt x="1940302" y="2901848"/>
                    <a:pt x="1940302" y="2728641"/>
                  </a:cubicBezTo>
                  <a:cubicBezTo>
                    <a:pt x="1940302" y="1248850"/>
                    <a:pt x="1940302" y="1248850"/>
                    <a:pt x="1940302" y="1248850"/>
                  </a:cubicBezTo>
                  <a:cubicBezTo>
                    <a:pt x="1940302" y="1079408"/>
                    <a:pt x="1800630" y="940088"/>
                    <a:pt x="1630759" y="940088"/>
                  </a:cubicBezTo>
                  <a:cubicBezTo>
                    <a:pt x="1317442" y="940088"/>
                    <a:pt x="1317442" y="940088"/>
                    <a:pt x="1317442" y="940088"/>
                  </a:cubicBezTo>
                  <a:cubicBezTo>
                    <a:pt x="1064524" y="940088"/>
                    <a:pt x="856904" y="732993"/>
                    <a:pt x="856904" y="480713"/>
                  </a:cubicBezTo>
                  <a:cubicBezTo>
                    <a:pt x="856904" y="315037"/>
                    <a:pt x="856904" y="315037"/>
                    <a:pt x="856904" y="315037"/>
                  </a:cubicBezTo>
                  <a:cubicBezTo>
                    <a:pt x="856904" y="145595"/>
                    <a:pt x="717232" y="6276"/>
                    <a:pt x="547362" y="6276"/>
                  </a:cubicBezTo>
                  <a:cubicBezTo>
                    <a:pt x="75498" y="6276"/>
                    <a:pt x="75498" y="6276"/>
                    <a:pt x="75498" y="6276"/>
                  </a:cubicBezTo>
                  <a:close/>
                </a:path>
              </a:pathLst>
            </a:custGeom>
            <a:solidFill>
              <a:srgbClr val="343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" name="Rectangle 254">
              <a:extLst>
                <a:ext uri="{FF2B5EF4-FFF2-40B4-BE49-F238E27FC236}">
                  <a16:creationId xmlns:a16="http://schemas.microsoft.com/office/drawing/2014/main" id="{3F49033C-DA20-BC4A-982F-9AE604378F3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328383" y="13760471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55">
              <a:extLst>
                <a:ext uri="{FF2B5EF4-FFF2-40B4-BE49-F238E27FC236}">
                  <a16:creationId xmlns:a16="http://schemas.microsoft.com/office/drawing/2014/main" id="{761C7106-C27B-E644-82CF-6306A79982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09324" y="13612763"/>
              <a:ext cx="28588" cy="76235"/>
            </a:xfrm>
            <a:custGeom>
              <a:avLst/>
              <a:gdLst>
                <a:gd name="T0" fmla="*/ 5 w 8"/>
                <a:gd name="T1" fmla="*/ 20 h 20"/>
                <a:gd name="T2" fmla="*/ 0 w 8"/>
                <a:gd name="T3" fmla="*/ 2 h 20"/>
                <a:gd name="T4" fmla="*/ 3 w 8"/>
                <a:gd name="T5" fmla="*/ 0 h 20"/>
                <a:gd name="T6" fmla="*/ 8 w 8"/>
                <a:gd name="T7" fmla="*/ 20 h 20"/>
                <a:gd name="T8" fmla="*/ 5 w 8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0">
                  <a:moveTo>
                    <a:pt x="5" y="20"/>
                  </a:moveTo>
                  <a:cubicBezTo>
                    <a:pt x="4" y="14"/>
                    <a:pt x="2" y="8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7"/>
                    <a:pt x="7" y="13"/>
                    <a:pt x="8" y="20"/>
                  </a:cubicBezTo>
                  <a:lnTo>
                    <a:pt x="5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56">
              <a:extLst>
                <a:ext uri="{FF2B5EF4-FFF2-40B4-BE49-F238E27FC236}">
                  <a16:creationId xmlns:a16="http://schemas.microsoft.com/office/drawing/2014/main" id="{429FDBE1-7DA6-2F4D-BBE1-E9DAE01DA4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237855" y="13488881"/>
              <a:ext cx="52413" cy="61943"/>
            </a:xfrm>
            <a:custGeom>
              <a:avLst/>
              <a:gdLst>
                <a:gd name="T0" fmla="*/ 11 w 14"/>
                <a:gd name="T1" fmla="*/ 17 h 17"/>
                <a:gd name="T2" fmla="*/ 0 w 14"/>
                <a:gd name="T3" fmla="*/ 2 h 17"/>
                <a:gd name="T4" fmla="*/ 2 w 14"/>
                <a:gd name="T5" fmla="*/ 0 h 17"/>
                <a:gd name="T6" fmla="*/ 14 w 14"/>
                <a:gd name="T7" fmla="*/ 16 h 17"/>
                <a:gd name="T8" fmla="*/ 11 w 14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11" y="17"/>
                  </a:moveTo>
                  <a:cubicBezTo>
                    <a:pt x="8" y="12"/>
                    <a:pt x="4" y="7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5"/>
                    <a:pt x="11" y="10"/>
                    <a:pt x="14" y="16"/>
                  </a:cubicBezTo>
                  <a:lnTo>
                    <a:pt x="11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57">
              <a:extLst>
                <a:ext uri="{FF2B5EF4-FFF2-40B4-BE49-F238E27FC236}">
                  <a16:creationId xmlns:a16="http://schemas.microsoft.com/office/drawing/2014/main" id="{4672F081-84D4-2D44-8CE2-CF3036CFA6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123502" y="13398353"/>
              <a:ext cx="66706" cy="47647"/>
            </a:xfrm>
            <a:custGeom>
              <a:avLst/>
              <a:gdLst>
                <a:gd name="T0" fmla="*/ 16 w 18"/>
                <a:gd name="T1" fmla="*/ 13 h 13"/>
                <a:gd name="T2" fmla="*/ 0 w 18"/>
                <a:gd name="T3" fmla="*/ 3 h 13"/>
                <a:gd name="T4" fmla="*/ 1 w 18"/>
                <a:gd name="T5" fmla="*/ 0 h 13"/>
                <a:gd name="T6" fmla="*/ 18 w 18"/>
                <a:gd name="T7" fmla="*/ 10 h 13"/>
                <a:gd name="T8" fmla="*/ 16 w 1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16" y="13"/>
                  </a:moveTo>
                  <a:cubicBezTo>
                    <a:pt x="11" y="9"/>
                    <a:pt x="6" y="5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3"/>
                    <a:pt x="13" y="6"/>
                    <a:pt x="18" y="10"/>
                  </a:cubicBezTo>
                  <a:lnTo>
                    <a:pt x="16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58">
              <a:extLst>
                <a:ext uri="{FF2B5EF4-FFF2-40B4-BE49-F238E27FC236}">
                  <a16:creationId xmlns:a16="http://schemas.microsoft.com/office/drawing/2014/main" id="{3E500091-1B8C-CB45-AC2A-1908A6FD88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85324" y="13355469"/>
              <a:ext cx="71472" cy="28588"/>
            </a:xfrm>
            <a:custGeom>
              <a:avLst/>
              <a:gdLst>
                <a:gd name="T0" fmla="*/ 19 w 20"/>
                <a:gd name="T1" fmla="*/ 7 h 7"/>
                <a:gd name="T2" fmla="*/ 0 w 20"/>
                <a:gd name="T3" fmla="*/ 3 h 7"/>
                <a:gd name="T4" fmla="*/ 1 w 20"/>
                <a:gd name="T5" fmla="*/ 0 h 7"/>
                <a:gd name="T6" fmla="*/ 20 w 20"/>
                <a:gd name="T7" fmla="*/ 3 h 7"/>
                <a:gd name="T8" fmla="*/ 19 w 2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7">
                  <a:moveTo>
                    <a:pt x="19" y="7"/>
                  </a:moveTo>
                  <a:cubicBezTo>
                    <a:pt x="13" y="5"/>
                    <a:pt x="7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0"/>
                    <a:pt x="14" y="2"/>
                    <a:pt x="20" y="3"/>
                  </a:cubicBezTo>
                  <a:lnTo>
                    <a:pt x="19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259">
              <a:extLst>
                <a:ext uri="{FF2B5EF4-FFF2-40B4-BE49-F238E27FC236}">
                  <a16:creationId xmlns:a16="http://schemas.microsoft.com/office/drawing/2014/main" id="{C2696325-CD1C-C248-B3AE-167CAF5D87D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837620" y="13350706"/>
              <a:ext cx="71472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260">
              <a:extLst>
                <a:ext uri="{FF2B5EF4-FFF2-40B4-BE49-F238E27FC236}">
                  <a16:creationId xmlns:a16="http://schemas.microsoft.com/office/drawing/2014/main" id="{FC47D9E3-B2B5-A245-ADF2-11F3DCEE1F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689913" y="13350706"/>
              <a:ext cx="76235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261">
              <a:extLst>
                <a:ext uri="{FF2B5EF4-FFF2-40B4-BE49-F238E27FC236}">
                  <a16:creationId xmlns:a16="http://schemas.microsoft.com/office/drawing/2014/main" id="{1189A452-C091-3946-AB00-2CA0A796258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46971" y="13350706"/>
              <a:ext cx="71472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262">
              <a:extLst>
                <a:ext uri="{FF2B5EF4-FFF2-40B4-BE49-F238E27FC236}">
                  <a16:creationId xmlns:a16="http://schemas.microsoft.com/office/drawing/2014/main" id="{29544380-9A6A-4346-B2D4-2D746C7650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399267" y="13350706"/>
              <a:ext cx="71472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263">
              <a:extLst>
                <a:ext uri="{FF2B5EF4-FFF2-40B4-BE49-F238E27FC236}">
                  <a16:creationId xmlns:a16="http://schemas.microsoft.com/office/drawing/2014/main" id="{CEA69106-9ECB-CA47-8546-8C4060B14F2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251560" y="13350706"/>
              <a:ext cx="71472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264">
              <a:extLst>
                <a:ext uri="{FF2B5EF4-FFF2-40B4-BE49-F238E27FC236}">
                  <a16:creationId xmlns:a16="http://schemas.microsoft.com/office/drawing/2014/main" id="{5CAEC9E9-0B8C-B34B-A3D0-8C959ED786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103855" y="13350706"/>
              <a:ext cx="76235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265">
              <a:extLst>
                <a:ext uri="{FF2B5EF4-FFF2-40B4-BE49-F238E27FC236}">
                  <a16:creationId xmlns:a16="http://schemas.microsoft.com/office/drawing/2014/main" id="{B6C01107-EE42-614F-A09C-287A02CA7B5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956148" y="13350706"/>
              <a:ext cx="76235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6">
              <a:extLst>
                <a:ext uri="{FF2B5EF4-FFF2-40B4-BE49-F238E27FC236}">
                  <a16:creationId xmlns:a16="http://schemas.microsoft.com/office/drawing/2014/main" id="{4439CB3B-7048-8C4C-8A26-AA6FFA1CDC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08443" y="13350706"/>
              <a:ext cx="76235" cy="14296"/>
            </a:xfrm>
            <a:custGeom>
              <a:avLst/>
              <a:gdLst>
                <a:gd name="T0" fmla="*/ 20 w 20"/>
                <a:gd name="T1" fmla="*/ 5 h 5"/>
                <a:gd name="T2" fmla="*/ 0 w 20"/>
                <a:gd name="T3" fmla="*/ 3 h 5"/>
                <a:gd name="T4" fmla="*/ 1 w 20"/>
                <a:gd name="T5" fmla="*/ 0 h 5"/>
                <a:gd name="T6" fmla="*/ 20 w 20"/>
                <a:gd name="T7" fmla="*/ 1 h 5"/>
                <a:gd name="T8" fmla="*/ 20 w 20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5">
                  <a:moveTo>
                    <a:pt x="20" y="5"/>
                  </a:moveTo>
                  <a:cubicBezTo>
                    <a:pt x="13" y="5"/>
                    <a:pt x="7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1"/>
                    <a:pt x="13" y="1"/>
                    <a:pt x="20" y="1"/>
                  </a:cubicBezTo>
                  <a:lnTo>
                    <a:pt x="2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67">
              <a:extLst>
                <a:ext uri="{FF2B5EF4-FFF2-40B4-BE49-F238E27FC236}">
                  <a16:creationId xmlns:a16="http://schemas.microsoft.com/office/drawing/2014/main" id="{18826719-98A8-7E46-BC8D-40162A56E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75032" y="13293529"/>
              <a:ext cx="66706" cy="42884"/>
            </a:xfrm>
            <a:custGeom>
              <a:avLst/>
              <a:gdLst>
                <a:gd name="T0" fmla="*/ 17 w 18"/>
                <a:gd name="T1" fmla="*/ 12 h 12"/>
                <a:gd name="T2" fmla="*/ 0 w 18"/>
                <a:gd name="T3" fmla="*/ 3 h 12"/>
                <a:gd name="T4" fmla="*/ 2 w 18"/>
                <a:gd name="T5" fmla="*/ 0 h 12"/>
                <a:gd name="T6" fmla="*/ 18 w 18"/>
                <a:gd name="T7" fmla="*/ 9 h 12"/>
                <a:gd name="T8" fmla="*/ 17 w 18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2">
                  <a:moveTo>
                    <a:pt x="17" y="12"/>
                  </a:moveTo>
                  <a:cubicBezTo>
                    <a:pt x="11" y="10"/>
                    <a:pt x="5" y="7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4"/>
                    <a:pt x="13" y="7"/>
                    <a:pt x="18" y="9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68">
              <a:extLst>
                <a:ext uri="{FF2B5EF4-FFF2-40B4-BE49-F238E27FC236}">
                  <a16:creationId xmlns:a16="http://schemas.microsoft.com/office/drawing/2014/main" id="{55DB8528-BE20-5545-A4A9-89E951A6E6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2" y="13193469"/>
              <a:ext cx="57176" cy="66706"/>
            </a:xfrm>
            <a:custGeom>
              <a:avLst/>
              <a:gdLst>
                <a:gd name="T0" fmla="*/ 13 w 16"/>
                <a:gd name="T1" fmla="*/ 17 h 17"/>
                <a:gd name="T2" fmla="*/ 0 w 16"/>
                <a:gd name="T3" fmla="*/ 2 h 17"/>
                <a:gd name="T4" fmla="*/ 3 w 16"/>
                <a:gd name="T5" fmla="*/ 0 h 17"/>
                <a:gd name="T6" fmla="*/ 16 w 16"/>
                <a:gd name="T7" fmla="*/ 15 h 17"/>
                <a:gd name="T8" fmla="*/ 13 w 16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3" y="17"/>
                  </a:moveTo>
                  <a:cubicBezTo>
                    <a:pt x="8" y="12"/>
                    <a:pt x="4" y="7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5"/>
                    <a:pt x="11" y="10"/>
                    <a:pt x="16" y="15"/>
                  </a:cubicBezTo>
                  <a:lnTo>
                    <a:pt x="13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69">
              <a:extLst>
                <a:ext uri="{FF2B5EF4-FFF2-40B4-BE49-F238E27FC236}">
                  <a16:creationId xmlns:a16="http://schemas.microsoft.com/office/drawing/2014/main" id="{DC74D1FC-66F0-C743-8EC5-AA41C15E7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3502" y="13064824"/>
              <a:ext cx="38118" cy="71472"/>
            </a:xfrm>
            <a:custGeom>
              <a:avLst/>
              <a:gdLst>
                <a:gd name="T0" fmla="*/ 6 w 10"/>
                <a:gd name="T1" fmla="*/ 19 h 19"/>
                <a:gd name="T2" fmla="*/ 0 w 10"/>
                <a:gd name="T3" fmla="*/ 0 h 19"/>
                <a:gd name="T4" fmla="*/ 3 w 10"/>
                <a:gd name="T5" fmla="*/ 0 h 19"/>
                <a:gd name="T6" fmla="*/ 10 w 10"/>
                <a:gd name="T7" fmla="*/ 18 h 19"/>
                <a:gd name="T8" fmla="*/ 6 w 10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9">
                  <a:moveTo>
                    <a:pt x="6" y="19"/>
                  </a:moveTo>
                  <a:cubicBezTo>
                    <a:pt x="4" y="13"/>
                    <a:pt x="2" y="7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6"/>
                    <a:pt x="7" y="12"/>
                    <a:pt x="10" y="18"/>
                  </a:cubicBezTo>
                  <a:lnTo>
                    <a:pt x="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70">
              <a:extLst>
                <a:ext uri="{FF2B5EF4-FFF2-40B4-BE49-F238E27FC236}">
                  <a16:creationId xmlns:a16="http://schemas.microsoft.com/office/drawing/2014/main" id="{F97F23C4-7B74-E64C-8184-5605A82C8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973" y="12917116"/>
              <a:ext cx="14296" cy="76235"/>
            </a:xfrm>
            <a:custGeom>
              <a:avLst/>
              <a:gdLst>
                <a:gd name="T0" fmla="*/ 0 w 4"/>
                <a:gd name="T1" fmla="*/ 20 h 20"/>
                <a:gd name="T2" fmla="*/ 0 w 4"/>
                <a:gd name="T3" fmla="*/ 15 h 20"/>
                <a:gd name="T4" fmla="*/ 0 w 4"/>
                <a:gd name="T5" fmla="*/ 0 h 20"/>
                <a:gd name="T6" fmla="*/ 4 w 4"/>
                <a:gd name="T7" fmla="*/ 0 h 20"/>
                <a:gd name="T8" fmla="*/ 4 w 4"/>
                <a:gd name="T9" fmla="*/ 15 h 20"/>
                <a:gd name="T10" fmla="*/ 4 w 4"/>
                <a:gd name="T11" fmla="*/ 20 h 20"/>
                <a:gd name="T12" fmla="*/ 0 w 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0">
                  <a:moveTo>
                    <a:pt x="0" y="20"/>
                  </a:moveTo>
                  <a:cubicBezTo>
                    <a:pt x="0" y="18"/>
                    <a:pt x="0" y="17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7"/>
                    <a:pt x="4" y="18"/>
                    <a:pt x="4" y="2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71">
              <a:extLst>
                <a:ext uri="{FF2B5EF4-FFF2-40B4-BE49-F238E27FC236}">
                  <a16:creationId xmlns:a16="http://schemas.microsoft.com/office/drawing/2014/main" id="{5B080FF8-F6A5-D248-A684-158DB13D3B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2774175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72">
              <a:extLst>
                <a:ext uri="{FF2B5EF4-FFF2-40B4-BE49-F238E27FC236}">
                  <a16:creationId xmlns:a16="http://schemas.microsoft.com/office/drawing/2014/main" id="{CCF7B04C-1089-6A4C-9FD5-602F87866B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2626471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73">
              <a:extLst>
                <a:ext uri="{FF2B5EF4-FFF2-40B4-BE49-F238E27FC236}">
                  <a16:creationId xmlns:a16="http://schemas.microsoft.com/office/drawing/2014/main" id="{044894FD-018F-F548-9E35-176F5FE39C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2483529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74">
              <a:extLst>
                <a:ext uri="{FF2B5EF4-FFF2-40B4-BE49-F238E27FC236}">
                  <a16:creationId xmlns:a16="http://schemas.microsoft.com/office/drawing/2014/main" id="{6AF5CFC7-4570-E24D-856C-F8D1AE871E5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2335822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75">
              <a:extLst>
                <a:ext uri="{FF2B5EF4-FFF2-40B4-BE49-F238E27FC236}">
                  <a16:creationId xmlns:a16="http://schemas.microsoft.com/office/drawing/2014/main" id="{3BD9BDFD-DCA6-FB40-A7CD-7BCEEBE455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2188118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76">
              <a:extLst>
                <a:ext uri="{FF2B5EF4-FFF2-40B4-BE49-F238E27FC236}">
                  <a16:creationId xmlns:a16="http://schemas.microsoft.com/office/drawing/2014/main" id="{A7419168-1122-3043-A85D-4CDCF301F42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2040410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77">
              <a:extLst>
                <a:ext uri="{FF2B5EF4-FFF2-40B4-BE49-F238E27FC236}">
                  <a16:creationId xmlns:a16="http://schemas.microsoft.com/office/drawing/2014/main" id="{FDAE5088-2A41-D94A-A0FF-C97E81431E9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1892706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78">
              <a:extLst>
                <a:ext uri="{FF2B5EF4-FFF2-40B4-BE49-F238E27FC236}">
                  <a16:creationId xmlns:a16="http://schemas.microsoft.com/office/drawing/2014/main" id="{FADAB974-24A2-9645-AAEC-0A7601BD992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1749765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79">
              <a:extLst>
                <a:ext uri="{FF2B5EF4-FFF2-40B4-BE49-F238E27FC236}">
                  <a16:creationId xmlns:a16="http://schemas.microsoft.com/office/drawing/2014/main" id="{48A47776-1EE8-124C-B1EA-8A590D9486B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1602057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80">
              <a:extLst>
                <a:ext uri="{FF2B5EF4-FFF2-40B4-BE49-F238E27FC236}">
                  <a16:creationId xmlns:a16="http://schemas.microsoft.com/office/drawing/2014/main" id="{3100896C-A4A9-5F4B-B4AF-F8528AA32EF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1454353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81">
              <a:extLst>
                <a:ext uri="{FF2B5EF4-FFF2-40B4-BE49-F238E27FC236}">
                  <a16:creationId xmlns:a16="http://schemas.microsoft.com/office/drawing/2014/main" id="{0B66B10E-B95C-BE41-BE94-1FC0492A66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1306646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282">
              <a:extLst>
                <a:ext uri="{FF2B5EF4-FFF2-40B4-BE49-F238E27FC236}">
                  <a16:creationId xmlns:a16="http://schemas.microsoft.com/office/drawing/2014/main" id="{DE3FD8FF-82BC-6B45-A5E9-449BB92533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1163704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83">
              <a:extLst>
                <a:ext uri="{FF2B5EF4-FFF2-40B4-BE49-F238E27FC236}">
                  <a16:creationId xmlns:a16="http://schemas.microsoft.com/office/drawing/2014/main" id="{6FD4F988-CB35-D94D-9AEC-09E32A228A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1016000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284">
              <a:extLst>
                <a:ext uri="{FF2B5EF4-FFF2-40B4-BE49-F238E27FC236}">
                  <a16:creationId xmlns:a16="http://schemas.microsoft.com/office/drawing/2014/main" id="{299E76F5-10C4-3847-BA7D-330C1501E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0873059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285">
              <a:extLst>
                <a:ext uri="{FF2B5EF4-FFF2-40B4-BE49-F238E27FC236}">
                  <a16:creationId xmlns:a16="http://schemas.microsoft.com/office/drawing/2014/main" id="{F4DC0CF4-BB49-B043-907E-681BCFCED18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0725351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86">
              <a:extLst>
                <a:ext uri="{FF2B5EF4-FFF2-40B4-BE49-F238E27FC236}">
                  <a16:creationId xmlns:a16="http://schemas.microsoft.com/office/drawing/2014/main" id="{8E393283-0242-2440-9183-07F8F22E750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0577647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287">
              <a:extLst>
                <a:ext uri="{FF2B5EF4-FFF2-40B4-BE49-F238E27FC236}">
                  <a16:creationId xmlns:a16="http://schemas.microsoft.com/office/drawing/2014/main" id="{FC61F367-7518-D24C-BAEE-0BCD11613E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493973" y="10429940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88">
              <a:extLst>
                <a:ext uri="{FF2B5EF4-FFF2-40B4-BE49-F238E27FC236}">
                  <a16:creationId xmlns:a16="http://schemas.microsoft.com/office/drawing/2014/main" id="{10196ED3-6FF6-CF4F-8CC0-8BC9D84D2A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973" y="10282235"/>
              <a:ext cx="14296" cy="76235"/>
            </a:xfrm>
            <a:custGeom>
              <a:avLst/>
              <a:gdLst>
                <a:gd name="T0" fmla="*/ 4 w 5"/>
                <a:gd name="T1" fmla="*/ 20 h 20"/>
                <a:gd name="T2" fmla="*/ 0 w 5"/>
                <a:gd name="T3" fmla="*/ 20 h 20"/>
                <a:gd name="T4" fmla="*/ 0 w 5"/>
                <a:gd name="T5" fmla="*/ 19 h 20"/>
                <a:gd name="T6" fmla="*/ 2 w 5"/>
                <a:gd name="T7" fmla="*/ 0 h 20"/>
                <a:gd name="T8" fmla="*/ 5 w 5"/>
                <a:gd name="T9" fmla="*/ 1 h 20"/>
                <a:gd name="T10" fmla="*/ 4 w 5"/>
                <a:gd name="T11" fmla="*/ 19 h 20"/>
                <a:gd name="T12" fmla="*/ 4 w 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0">
                  <a:moveTo>
                    <a:pt x="4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3"/>
                    <a:pt x="1" y="6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7"/>
                    <a:pt x="4" y="13"/>
                    <a:pt x="4" y="19"/>
                  </a:cubicBezTo>
                  <a:lnTo>
                    <a:pt x="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89">
              <a:extLst>
                <a:ext uri="{FF2B5EF4-FFF2-40B4-BE49-F238E27FC236}">
                  <a16:creationId xmlns:a16="http://schemas.microsoft.com/office/drawing/2014/main" id="{5D2BAC6C-B877-0449-AACC-6F8F01915B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22561" y="10148824"/>
              <a:ext cx="42884" cy="66706"/>
            </a:xfrm>
            <a:custGeom>
              <a:avLst/>
              <a:gdLst>
                <a:gd name="T0" fmla="*/ 3 w 11"/>
                <a:gd name="T1" fmla="*/ 18 h 18"/>
                <a:gd name="T2" fmla="*/ 0 w 11"/>
                <a:gd name="T3" fmla="*/ 17 h 18"/>
                <a:gd name="T4" fmla="*/ 9 w 11"/>
                <a:gd name="T5" fmla="*/ 0 h 18"/>
                <a:gd name="T6" fmla="*/ 11 w 11"/>
                <a:gd name="T7" fmla="*/ 1 h 18"/>
                <a:gd name="T8" fmla="*/ 3 w 11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8">
                  <a:moveTo>
                    <a:pt x="3" y="18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2" y="11"/>
                    <a:pt x="5" y="5"/>
                    <a:pt x="9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8" y="7"/>
                    <a:pt x="5" y="12"/>
                    <a:pt x="3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90">
              <a:extLst>
                <a:ext uri="{FF2B5EF4-FFF2-40B4-BE49-F238E27FC236}">
                  <a16:creationId xmlns:a16="http://schemas.microsoft.com/office/drawing/2014/main" id="{5BE7A96C-1471-4946-B2BD-813442C7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8796" y="10039234"/>
              <a:ext cx="66706" cy="57176"/>
            </a:xfrm>
            <a:custGeom>
              <a:avLst/>
              <a:gdLst>
                <a:gd name="T0" fmla="*/ 2 w 17"/>
                <a:gd name="T1" fmla="*/ 15 h 15"/>
                <a:gd name="T2" fmla="*/ 0 w 17"/>
                <a:gd name="T3" fmla="*/ 13 h 15"/>
                <a:gd name="T4" fmla="*/ 15 w 17"/>
                <a:gd name="T5" fmla="*/ 0 h 15"/>
                <a:gd name="T6" fmla="*/ 17 w 17"/>
                <a:gd name="T7" fmla="*/ 3 h 15"/>
                <a:gd name="T8" fmla="*/ 2 w 17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2" y="15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4" y="8"/>
                    <a:pt x="9" y="4"/>
                    <a:pt x="15" y="0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1" y="7"/>
                    <a:pt x="7" y="11"/>
                    <a:pt x="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91">
              <a:extLst>
                <a:ext uri="{FF2B5EF4-FFF2-40B4-BE49-F238E27FC236}">
                  <a16:creationId xmlns:a16="http://schemas.microsoft.com/office/drawing/2014/main" id="{56D8B33C-26DC-EE48-8F92-86F06B96EB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22679" y="9977294"/>
              <a:ext cx="71472" cy="33354"/>
            </a:xfrm>
            <a:custGeom>
              <a:avLst/>
              <a:gdLst>
                <a:gd name="T0" fmla="*/ 1 w 19"/>
                <a:gd name="T1" fmla="*/ 9 h 9"/>
                <a:gd name="T2" fmla="*/ 0 w 19"/>
                <a:gd name="T3" fmla="*/ 6 h 9"/>
                <a:gd name="T4" fmla="*/ 18 w 19"/>
                <a:gd name="T5" fmla="*/ 0 h 9"/>
                <a:gd name="T6" fmla="*/ 19 w 19"/>
                <a:gd name="T7" fmla="*/ 3 h 9"/>
                <a:gd name="T8" fmla="*/ 1 w 1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9">
                  <a:moveTo>
                    <a:pt x="1" y="9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6" y="3"/>
                    <a:pt x="12" y="1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3" y="4"/>
                    <a:pt x="7" y="7"/>
                    <a:pt x="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92">
              <a:extLst>
                <a:ext uri="{FF2B5EF4-FFF2-40B4-BE49-F238E27FC236}">
                  <a16:creationId xmlns:a16="http://schemas.microsoft.com/office/drawing/2014/main" id="{84611558-51B4-034D-8245-91E5F3E4C9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65620" y="9967765"/>
              <a:ext cx="71472" cy="9529"/>
            </a:xfrm>
            <a:custGeom>
              <a:avLst/>
              <a:gdLst>
                <a:gd name="T0" fmla="*/ 0 w 19"/>
                <a:gd name="T1" fmla="*/ 3 h 3"/>
                <a:gd name="T2" fmla="*/ 0 w 19"/>
                <a:gd name="T3" fmla="*/ 0 h 3"/>
                <a:gd name="T4" fmla="*/ 5 w 19"/>
                <a:gd name="T5" fmla="*/ 0 h 3"/>
                <a:gd name="T6" fmla="*/ 19 w 19"/>
                <a:gd name="T7" fmla="*/ 0 h 3"/>
                <a:gd name="T8" fmla="*/ 19 w 19"/>
                <a:gd name="T9" fmla="*/ 3 h 3"/>
                <a:gd name="T10" fmla="*/ 5 w 19"/>
                <a:gd name="T11" fmla="*/ 3 h 3"/>
                <a:gd name="T12" fmla="*/ 0 w 19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">
                  <a:moveTo>
                    <a:pt x="0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3"/>
                    <a:pt x="2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93">
              <a:extLst>
                <a:ext uri="{FF2B5EF4-FFF2-40B4-BE49-F238E27FC236}">
                  <a16:creationId xmlns:a16="http://schemas.microsoft.com/office/drawing/2014/main" id="{14F43CC0-4E8D-444E-A03C-B030BD788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37738" y="9962998"/>
              <a:ext cx="76235" cy="14296"/>
            </a:xfrm>
            <a:custGeom>
              <a:avLst/>
              <a:gdLst>
                <a:gd name="T0" fmla="*/ 4 w 20"/>
                <a:gd name="T1" fmla="*/ 4 h 4"/>
                <a:gd name="T2" fmla="*/ 4 w 20"/>
                <a:gd name="T3" fmla="*/ 4 h 4"/>
                <a:gd name="T4" fmla="*/ 0 w 20"/>
                <a:gd name="T5" fmla="*/ 4 h 4"/>
                <a:gd name="T6" fmla="*/ 0 w 20"/>
                <a:gd name="T7" fmla="*/ 1 h 4"/>
                <a:gd name="T8" fmla="*/ 4 w 20"/>
                <a:gd name="T9" fmla="*/ 1 h 4"/>
                <a:gd name="T10" fmla="*/ 4 w 20"/>
                <a:gd name="T11" fmla="*/ 1 h 4"/>
                <a:gd name="T12" fmla="*/ 19 w 20"/>
                <a:gd name="T13" fmla="*/ 0 h 4"/>
                <a:gd name="T14" fmla="*/ 20 w 20"/>
                <a:gd name="T15" fmla="*/ 3 h 4"/>
                <a:gd name="T16" fmla="*/ 4 w 20"/>
                <a:gd name="T1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4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4" y="0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4"/>
                    <a:pt x="9" y="4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94">
              <a:extLst>
                <a:ext uri="{FF2B5EF4-FFF2-40B4-BE49-F238E27FC236}">
                  <a16:creationId xmlns:a16="http://schemas.microsoft.com/office/drawing/2014/main" id="{94630832-A8A2-C047-8596-FF37506258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890030" y="9967765"/>
              <a:ext cx="76235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95">
              <a:extLst>
                <a:ext uri="{FF2B5EF4-FFF2-40B4-BE49-F238E27FC236}">
                  <a16:creationId xmlns:a16="http://schemas.microsoft.com/office/drawing/2014/main" id="{6533FA2A-5A97-6446-95F8-830383438F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747089" y="9967765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96">
              <a:extLst>
                <a:ext uri="{FF2B5EF4-FFF2-40B4-BE49-F238E27FC236}">
                  <a16:creationId xmlns:a16="http://schemas.microsoft.com/office/drawing/2014/main" id="{7CF2142F-0313-E94C-9162-0AD83E877C0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99385" y="9967765"/>
              <a:ext cx="76235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97">
              <a:extLst>
                <a:ext uri="{FF2B5EF4-FFF2-40B4-BE49-F238E27FC236}">
                  <a16:creationId xmlns:a16="http://schemas.microsoft.com/office/drawing/2014/main" id="{2119FF78-1D32-E241-A704-4B6C42DF44D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456443" y="9967765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98">
              <a:extLst>
                <a:ext uri="{FF2B5EF4-FFF2-40B4-BE49-F238E27FC236}">
                  <a16:creationId xmlns:a16="http://schemas.microsoft.com/office/drawing/2014/main" id="{D78389A1-E25B-0740-9780-29EC051125F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308736" y="9967765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99">
              <a:extLst>
                <a:ext uri="{FF2B5EF4-FFF2-40B4-BE49-F238E27FC236}">
                  <a16:creationId xmlns:a16="http://schemas.microsoft.com/office/drawing/2014/main" id="{4B77C570-21DC-954E-9B9D-0CA5A96CD09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161032" y="9967765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300">
              <a:extLst>
                <a:ext uri="{FF2B5EF4-FFF2-40B4-BE49-F238E27FC236}">
                  <a16:creationId xmlns:a16="http://schemas.microsoft.com/office/drawing/2014/main" id="{B8B9B6A2-8B2B-8E4F-B01C-6D9EBE525F7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013324" y="9967765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01">
              <a:extLst>
                <a:ext uri="{FF2B5EF4-FFF2-40B4-BE49-F238E27FC236}">
                  <a16:creationId xmlns:a16="http://schemas.microsoft.com/office/drawing/2014/main" id="{7FDB5413-D0EA-F04E-9D63-F2C20ADF66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185442" y="9915351"/>
              <a:ext cx="71472" cy="38118"/>
            </a:xfrm>
            <a:custGeom>
              <a:avLst/>
              <a:gdLst>
                <a:gd name="T0" fmla="*/ 1 w 19"/>
                <a:gd name="T1" fmla="*/ 11 h 11"/>
                <a:gd name="T2" fmla="*/ 0 w 19"/>
                <a:gd name="T3" fmla="*/ 8 h 11"/>
                <a:gd name="T4" fmla="*/ 17 w 19"/>
                <a:gd name="T5" fmla="*/ 0 h 11"/>
                <a:gd name="T6" fmla="*/ 19 w 19"/>
                <a:gd name="T7" fmla="*/ 3 h 11"/>
                <a:gd name="T8" fmla="*/ 1 w 19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">
                  <a:moveTo>
                    <a:pt x="1" y="11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6" y="6"/>
                    <a:pt x="11" y="3"/>
                    <a:pt x="17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3" y="6"/>
                    <a:pt x="7" y="9"/>
                    <a:pt x="1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02">
              <a:extLst>
                <a:ext uri="{FF2B5EF4-FFF2-40B4-BE49-F238E27FC236}">
                  <a16:creationId xmlns:a16="http://schemas.microsoft.com/office/drawing/2014/main" id="{CA3855D9-7C34-304D-A6B4-F9FBA71A5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04561" y="9815294"/>
              <a:ext cx="61943" cy="66706"/>
            </a:xfrm>
            <a:custGeom>
              <a:avLst/>
              <a:gdLst>
                <a:gd name="T0" fmla="*/ 3 w 16"/>
                <a:gd name="T1" fmla="*/ 17 h 17"/>
                <a:gd name="T2" fmla="*/ 0 w 16"/>
                <a:gd name="T3" fmla="*/ 14 h 17"/>
                <a:gd name="T4" fmla="*/ 13 w 16"/>
                <a:gd name="T5" fmla="*/ 0 h 17"/>
                <a:gd name="T6" fmla="*/ 16 w 16"/>
                <a:gd name="T7" fmla="*/ 2 h 17"/>
                <a:gd name="T8" fmla="*/ 3 w 16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3" y="17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5" y="10"/>
                    <a:pt x="9" y="5"/>
                    <a:pt x="13" y="0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2" y="8"/>
                    <a:pt x="8" y="13"/>
                    <a:pt x="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03">
              <a:extLst>
                <a:ext uri="{FF2B5EF4-FFF2-40B4-BE49-F238E27FC236}">
                  <a16:creationId xmlns:a16="http://schemas.microsoft.com/office/drawing/2014/main" id="{82CE07A3-7DC7-7442-9623-0F6CF26BAB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90326" y="9686646"/>
              <a:ext cx="42884" cy="76235"/>
            </a:xfrm>
            <a:custGeom>
              <a:avLst/>
              <a:gdLst>
                <a:gd name="T0" fmla="*/ 3 w 11"/>
                <a:gd name="T1" fmla="*/ 20 h 20"/>
                <a:gd name="T2" fmla="*/ 0 w 11"/>
                <a:gd name="T3" fmla="*/ 18 h 20"/>
                <a:gd name="T4" fmla="*/ 7 w 11"/>
                <a:gd name="T5" fmla="*/ 0 h 20"/>
                <a:gd name="T6" fmla="*/ 11 w 11"/>
                <a:gd name="T7" fmla="*/ 1 h 20"/>
                <a:gd name="T8" fmla="*/ 3 w 11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0">
                  <a:moveTo>
                    <a:pt x="3" y="2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3" y="12"/>
                    <a:pt x="6" y="6"/>
                    <a:pt x="7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9" y="8"/>
                    <a:pt x="6" y="14"/>
                    <a:pt x="3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04">
              <a:extLst>
                <a:ext uri="{FF2B5EF4-FFF2-40B4-BE49-F238E27FC236}">
                  <a16:creationId xmlns:a16="http://schemas.microsoft.com/office/drawing/2014/main" id="{D9743737-5B15-E441-A76B-84E0258F7C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433207" y="9543704"/>
              <a:ext cx="9529" cy="76235"/>
            </a:xfrm>
            <a:custGeom>
              <a:avLst/>
              <a:gdLst>
                <a:gd name="T0" fmla="*/ 3 w 3"/>
                <a:gd name="T1" fmla="*/ 20 h 20"/>
                <a:gd name="T2" fmla="*/ 0 w 3"/>
                <a:gd name="T3" fmla="*/ 20 h 20"/>
                <a:gd name="T4" fmla="*/ 0 w 3"/>
                <a:gd name="T5" fmla="*/ 11 h 20"/>
                <a:gd name="T6" fmla="*/ 0 w 3"/>
                <a:gd name="T7" fmla="*/ 0 h 20"/>
                <a:gd name="T8" fmla="*/ 3 w 3"/>
                <a:gd name="T9" fmla="*/ 0 h 20"/>
                <a:gd name="T10" fmla="*/ 3 w 3"/>
                <a:gd name="T11" fmla="*/ 11 h 20"/>
                <a:gd name="T12" fmla="*/ 3 w 3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0">
                  <a:moveTo>
                    <a:pt x="3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7"/>
                    <a:pt x="0" y="14"/>
                    <a:pt x="0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4"/>
                    <a:pt x="3" y="17"/>
                    <a:pt x="3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305">
              <a:extLst>
                <a:ext uri="{FF2B5EF4-FFF2-40B4-BE49-F238E27FC236}">
                  <a16:creationId xmlns:a16="http://schemas.microsoft.com/office/drawing/2014/main" id="{01CAC298-2606-9043-BFE2-553B66267C8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9396000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306">
              <a:extLst>
                <a:ext uri="{FF2B5EF4-FFF2-40B4-BE49-F238E27FC236}">
                  <a16:creationId xmlns:a16="http://schemas.microsoft.com/office/drawing/2014/main" id="{F3ECF576-97C4-4F4F-9EDE-7DEB7B839E9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9253059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307">
              <a:extLst>
                <a:ext uri="{FF2B5EF4-FFF2-40B4-BE49-F238E27FC236}">
                  <a16:creationId xmlns:a16="http://schemas.microsoft.com/office/drawing/2014/main" id="{E23E2304-0EEA-7C43-9B12-354F6FCC0D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9110118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308">
              <a:extLst>
                <a:ext uri="{FF2B5EF4-FFF2-40B4-BE49-F238E27FC236}">
                  <a16:creationId xmlns:a16="http://schemas.microsoft.com/office/drawing/2014/main" id="{0B587237-C3FF-BD40-B9D8-EF6871AC117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8962410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309">
              <a:extLst>
                <a:ext uri="{FF2B5EF4-FFF2-40B4-BE49-F238E27FC236}">
                  <a16:creationId xmlns:a16="http://schemas.microsoft.com/office/drawing/2014/main" id="{26D0BD80-1034-7848-95FC-28B8BB4D2F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8814706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310">
              <a:extLst>
                <a:ext uri="{FF2B5EF4-FFF2-40B4-BE49-F238E27FC236}">
                  <a16:creationId xmlns:a16="http://schemas.microsoft.com/office/drawing/2014/main" id="{8D8C84D1-BFE2-944A-8D85-5C7AD61A07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8666998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Rectangle 311">
              <a:extLst>
                <a:ext uri="{FF2B5EF4-FFF2-40B4-BE49-F238E27FC236}">
                  <a16:creationId xmlns:a16="http://schemas.microsoft.com/office/drawing/2014/main" id="{A55725BF-80E7-7049-8DDB-4B735FE3130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8519294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312">
              <a:extLst>
                <a:ext uri="{FF2B5EF4-FFF2-40B4-BE49-F238E27FC236}">
                  <a16:creationId xmlns:a16="http://schemas.microsoft.com/office/drawing/2014/main" id="{C8AB6F99-40A0-7D4E-AB65-68986AF0362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8376353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Rectangle 313">
              <a:extLst>
                <a:ext uri="{FF2B5EF4-FFF2-40B4-BE49-F238E27FC236}">
                  <a16:creationId xmlns:a16="http://schemas.microsoft.com/office/drawing/2014/main" id="{BDFBF9E5-626C-4A46-AADD-F304FB6199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3433207" y="8228646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314">
              <a:extLst>
                <a:ext uri="{FF2B5EF4-FFF2-40B4-BE49-F238E27FC236}">
                  <a16:creationId xmlns:a16="http://schemas.microsoft.com/office/drawing/2014/main" id="{09F19B0E-4D5C-054F-9360-73A10BCFC1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433207" y="8080941"/>
              <a:ext cx="9529" cy="76235"/>
            </a:xfrm>
            <a:custGeom>
              <a:avLst/>
              <a:gdLst>
                <a:gd name="T0" fmla="*/ 3 w 3"/>
                <a:gd name="T1" fmla="*/ 20 h 20"/>
                <a:gd name="T2" fmla="*/ 0 w 3"/>
                <a:gd name="T3" fmla="*/ 20 h 20"/>
                <a:gd name="T4" fmla="*/ 0 w 3"/>
                <a:gd name="T5" fmla="*/ 7 h 20"/>
                <a:gd name="T6" fmla="*/ 0 w 3"/>
                <a:gd name="T7" fmla="*/ 0 h 20"/>
                <a:gd name="T8" fmla="*/ 3 w 3"/>
                <a:gd name="T9" fmla="*/ 0 h 20"/>
                <a:gd name="T10" fmla="*/ 3 w 3"/>
                <a:gd name="T11" fmla="*/ 7 h 20"/>
                <a:gd name="T12" fmla="*/ 3 w 3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0">
                  <a:moveTo>
                    <a:pt x="3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0" y="3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3"/>
                    <a:pt x="3" y="5"/>
                    <a:pt x="3" y="7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315">
              <a:extLst>
                <a:ext uri="{FF2B5EF4-FFF2-40B4-BE49-F238E27FC236}">
                  <a16:creationId xmlns:a16="http://schemas.microsoft.com/office/drawing/2014/main" id="{757F51EF-9208-F343-A8B7-451763B988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95089" y="7938000"/>
              <a:ext cx="38118" cy="76235"/>
            </a:xfrm>
            <a:custGeom>
              <a:avLst/>
              <a:gdLst>
                <a:gd name="T0" fmla="*/ 7 w 10"/>
                <a:gd name="T1" fmla="*/ 20 h 20"/>
                <a:gd name="T2" fmla="*/ 0 w 10"/>
                <a:gd name="T3" fmla="*/ 2 h 20"/>
                <a:gd name="T4" fmla="*/ 3 w 10"/>
                <a:gd name="T5" fmla="*/ 0 h 20"/>
                <a:gd name="T6" fmla="*/ 10 w 10"/>
                <a:gd name="T7" fmla="*/ 19 h 20"/>
                <a:gd name="T8" fmla="*/ 7 w 10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0">
                  <a:moveTo>
                    <a:pt x="7" y="20"/>
                  </a:moveTo>
                  <a:cubicBezTo>
                    <a:pt x="5" y="13"/>
                    <a:pt x="3" y="7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6"/>
                    <a:pt x="8" y="12"/>
                    <a:pt x="10" y="19"/>
                  </a:cubicBezTo>
                  <a:lnTo>
                    <a:pt x="7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316">
              <a:extLst>
                <a:ext uri="{FF2B5EF4-FFF2-40B4-BE49-F238E27FC236}">
                  <a16:creationId xmlns:a16="http://schemas.microsoft.com/office/drawing/2014/main" id="{30FF5273-9641-3C42-973B-8FB77E0B99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09324" y="7818881"/>
              <a:ext cx="57176" cy="61943"/>
            </a:xfrm>
            <a:custGeom>
              <a:avLst/>
              <a:gdLst>
                <a:gd name="T0" fmla="*/ 13 w 16"/>
                <a:gd name="T1" fmla="*/ 16 h 16"/>
                <a:gd name="T2" fmla="*/ 0 w 16"/>
                <a:gd name="T3" fmla="*/ 2 h 16"/>
                <a:gd name="T4" fmla="*/ 3 w 16"/>
                <a:gd name="T5" fmla="*/ 0 h 16"/>
                <a:gd name="T6" fmla="*/ 16 w 16"/>
                <a:gd name="T7" fmla="*/ 14 h 16"/>
                <a:gd name="T8" fmla="*/ 13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6"/>
                  </a:moveTo>
                  <a:cubicBezTo>
                    <a:pt x="9" y="11"/>
                    <a:pt x="5" y="7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4"/>
                    <a:pt x="12" y="9"/>
                    <a:pt x="16" y="14"/>
                  </a:cubicBezTo>
                  <a:lnTo>
                    <a:pt x="13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317">
              <a:extLst>
                <a:ext uri="{FF2B5EF4-FFF2-40B4-BE49-F238E27FC236}">
                  <a16:creationId xmlns:a16="http://schemas.microsoft.com/office/drawing/2014/main" id="{B57A291B-EE57-3B43-AA89-1958549B1B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185442" y="7742646"/>
              <a:ext cx="71472" cy="42884"/>
            </a:xfrm>
            <a:custGeom>
              <a:avLst/>
              <a:gdLst>
                <a:gd name="T0" fmla="*/ 17 w 19"/>
                <a:gd name="T1" fmla="*/ 12 h 12"/>
                <a:gd name="T2" fmla="*/ 0 w 19"/>
                <a:gd name="T3" fmla="*/ 3 h 12"/>
                <a:gd name="T4" fmla="*/ 1 w 19"/>
                <a:gd name="T5" fmla="*/ 0 h 12"/>
                <a:gd name="T6" fmla="*/ 19 w 19"/>
                <a:gd name="T7" fmla="*/ 9 h 12"/>
                <a:gd name="T8" fmla="*/ 17 w 19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2">
                  <a:moveTo>
                    <a:pt x="17" y="12"/>
                  </a:moveTo>
                  <a:cubicBezTo>
                    <a:pt x="12" y="8"/>
                    <a:pt x="6" y="5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2"/>
                    <a:pt x="13" y="5"/>
                    <a:pt x="19" y="9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18">
              <a:extLst>
                <a:ext uri="{FF2B5EF4-FFF2-40B4-BE49-F238E27FC236}">
                  <a16:creationId xmlns:a16="http://schemas.microsoft.com/office/drawing/2014/main" id="{B1275314-326B-2644-9B96-716C13B8D6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47267" y="7714057"/>
              <a:ext cx="71472" cy="19059"/>
            </a:xfrm>
            <a:custGeom>
              <a:avLst/>
              <a:gdLst>
                <a:gd name="T0" fmla="*/ 19 w 19"/>
                <a:gd name="T1" fmla="*/ 5 h 5"/>
                <a:gd name="T2" fmla="*/ 2 w 19"/>
                <a:gd name="T3" fmla="*/ 4 h 5"/>
                <a:gd name="T4" fmla="*/ 0 w 19"/>
                <a:gd name="T5" fmla="*/ 4 h 5"/>
                <a:gd name="T6" fmla="*/ 0 w 19"/>
                <a:gd name="T7" fmla="*/ 0 h 5"/>
                <a:gd name="T8" fmla="*/ 2 w 19"/>
                <a:gd name="T9" fmla="*/ 0 h 5"/>
                <a:gd name="T10" fmla="*/ 19 w 19"/>
                <a:gd name="T11" fmla="*/ 2 h 5"/>
                <a:gd name="T12" fmla="*/ 19 w 19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5">
                  <a:moveTo>
                    <a:pt x="19" y="5"/>
                  </a:moveTo>
                  <a:cubicBezTo>
                    <a:pt x="13" y="4"/>
                    <a:pt x="7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14" y="1"/>
                    <a:pt x="19" y="2"/>
                  </a:cubicBezTo>
                  <a:lnTo>
                    <a:pt x="19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Rectangle 319">
              <a:extLst>
                <a:ext uri="{FF2B5EF4-FFF2-40B4-BE49-F238E27FC236}">
                  <a16:creationId xmlns:a16="http://schemas.microsoft.com/office/drawing/2014/main" id="{AFCE0CAD-390E-B548-9FC4-C7DC82DF76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899560" y="7714057"/>
              <a:ext cx="71472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Rectangle 320">
              <a:extLst>
                <a:ext uri="{FF2B5EF4-FFF2-40B4-BE49-F238E27FC236}">
                  <a16:creationId xmlns:a16="http://schemas.microsoft.com/office/drawing/2014/main" id="{5AEF27F3-3CFA-1B40-ADB2-AD2F82F491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751855" y="7714057"/>
              <a:ext cx="71472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21">
              <a:extLst>
                <a:ext uri="{FF2B5EF4-FFF2-40B4-BE49-F238E27FC236}">
                  <a16:creationId xmlns:a16="http://schemas.microsoft.com/office/drawing/2014/main" id="{C3D120BF-2EF2-F14F-B1BE-57DDC87FA8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604148" y="7690235"/>
              <a:ext cx="76235" cy="33354"/>
            </a:xfrm>
            <a:custGeom>
              <a:avLst/>
              <a:gdLst>
                <a:gd name="T0" fmla="*/ 19 w 20"/>
                <a:gd name="T1" fmla="*/ 8 h 8"/>
                <a:gd name="T2" fmla="*/ 0 w 20"/>
                <a:gd name="T3" fmla="*/ 4 h 8"/>
                <a:gd name="T4" fmla="*/ 1 w 20"/>
                <a:gd name="T5" fmla="*/ 0 h 8"/>
                <a:gd name="T6" fmla="*/ 20 w 20"/>
                <a:gd name="T7" fmla="*/ 5 h 8"/>
                <a:gd name="T8" fmla="*/ 19 w 2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8">
                  <a:moveTo>
                    <a:pt x="19" y="8"/>
                  </a:moveTo>
                  <a:cubicBezTo>
                    <a:pt x="13" y="7"/>
                    <a:pt x="6" y="6"/>
                    <a:pt x="0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3"/>
                    <a:pt x="13" y="4"/>
                    <a:pt x="20" y="5"/>
                  </a:cubicBezTo>
                  <a:lnTo>
                    <a:pt x="19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322">
              <a:extLst>
                <a:ext uri="{FF2B5EF4-FFF2-40B4-BE49-F238E27FC236}">
                  <a16:creationId xmlns:a16="http://schemas.microsoft.com/office/drawing/2014/main" id="{2EB29E85-AAAD-D243-98E3-435B67F2A7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5502" y="7618763"/>
              <a:ext cx="71472" cy="57176"/>
            </a:xfrm>
            <a:custGeom>
              <a:avLst/>
              <a:gdLst>
                <a:gd name="T0" fmla="*/ 16 w 18"/>
                <a:gd name="T1" fmla="*/ 14 h 14"/>
                <a:gd name="T2" fmla="*/ 0 w 18"/>
                <a:gd name="T3" fmla="*/ 2 h 14"/>
                <a:gd name="T4" fmla="*/ 3 w 18"/>
                <a:gd name="T5" fmla="*/ 0 h 14"/>
                <a:gd name="T6" fmla="*/ 18 w 18"/>
                <a:gd name="T7" fmla="*/ 11 h 14"/>
                <a:gd name="T8" fmla="*/ 16 w 18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16" y="14"/>
                  </a:moveTo>
                  <a:cubicBezTo>
                    <a:pt x="11" y="11"/>
                    <a:pt x="5" y="7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4"/>
                    <a:pt x="13" y="8"/>
                    <a:pt x="18" y="11"/>
                  </a:cubicBezTo>
                  <a:lnTo>
                    <a:pt x="16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23">
              <a:extLst>
                <a:ext uri="{FF2B5EF4-FFF2-40B4-BE49-F238E27FC236}">
                  <a16:creationId xmlns:a16="http://schemas.microsoft.com/office/drawing/2014/main" id="{2B2B0AFB-C084-614A-BD40-2DD1DF1BCF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89738" y="7509176"/>
              <a:ext cx="47647" cy="66706"/>
            </a:xfrm>
            <a:custGeom>
              <a:avLst/>
              <a:gdLst>
                <a:gd name="T0" fmla="*/ 10 w 13"/>
                <a:gd name="T1" fmla="*/ 18 h 18"/>
                <a:gd name="T2" fmla="*/ 0 w 13"/>
                <a:gd name="T3" fmla="*/ 1 h 18"/>
                <a:gd name="T4" fmla="*/ 3 w 13"/>
                <a:gd name="T5" fmla="*/ 0 h 18"/>
                <a:gd name="T6" fmla="*/ 13 w 13"/>
                <a:gd name="T7" fmla="*/ 16 h 18"/>
                <a:gd name="T8" fmla="*/ 10 w 13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10" y="18"/>
                  </a:moveTo>
                  <a:cubicBezTo>
                    <a:pt x="6" y="13"/>
                    <a:pt x="3" y="7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5"/>
                    <a:pt x="9" y="11"/>
                    <a:pt x="13" y="16"/>
                  </a:cubicBezTo>
                  <a:lnTo>
                    <a:pt x="1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324">
              <a:extLst>
                <a:ext uri="{FF2B5EF4-FFF2-40B4-BE49-F238E27FC236}">
                  <a16:creationId xmlns:a16="http://schemas.microsoft.com/office/drawing/2014/main" id="{13B466EA-716E-C048-89B9-BFD805C9F4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6854" y="7366235"/>
              <a:ext cx="28588" cy="76235"/>
            </a:xfrm>
            <a:custGeom>
              <a:avLst/>
              <a:gdLst>
                <a:gd name="T0" fmla="*/ 4 w 7"/>
                <a:gd name="T1" fmla="*/ 20 h 20"/>
                <a:gd name="T2" fmla="*/ 0 w 7"/>
                <a:gd name="T3" fmla="*/ 0 h 20"/>
                <a:gd name="T4" fmla="*/ 4 w 7"/>
                <a:gd name="T5" fmla="*/ 0 h 20"/>
                <a:gd name="T6" fmla="*/ 7 w 7"/>
                <a:gd name="T7" fmla="*/ 19 h 20"/>
                <a:gd name="T8" fmla="*/ 4 w 7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0">
                  <a:moveTo>
                    <a:pt x="4" y="20"/>
                  </a:moveTo>
                  <a:cubicBezTo>
                    <a:pt x="2" y="13"/>
                    <a:pt x="1" y="7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6"/>
                    <a:pt x="5" y="13"/>
                    <a:pt x="7" y="19"/>
                  </a:cubicBezTo>
                  <a:lnTo>
                    <a:pt x="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325">
              <a:extLst>
                <a:ext uri="{FF2B5EF4-FFF2-40B4-BE49-F238E27FC236}">
                  <a16:creationId xmlns:a16="http://schemas.microsoft.com/office/drawing/2014/main" id="{534D4AF5-26A3-8B43-B68B-32D4D0A17F9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346854" y="7223294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326">
              <a:extLst>
                <a:ext uri="{FF2B5EF4-FFF2-40B4-BE49-F238E27FC236}">
                  <a16:creationId xmlns:a16="http://schemas.microsoft.com/office/drawing/2014/main" id="{9B3F9747-0923-634D-A7F1-938604508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37324" y="7075587"/>
              <a:ext cx="23825" cy="76235"/>
            </a:xfrm>
            <a:custGeom>
              <a:avLst/>
              <a:gdLst>
                <a:gd name="T0" fmla="*/ 3 w 6"/>
                <a:gd name="T1" fmla="*/ 20 h 20"/>
                <a:gd name="T2" fmla="*/ 0 w 6"/>
                <a:gd name="T3" fmla="*/ 1 h 20"/>
                <a:gd name="T4" fmla="*/ 3 w 6"/>
                <a:gd name="T5" fmla="*/ 0 h 20"/>
                <a:gd name="T6" fmla="*/ 6 w 6"/>
                <a:gd name="T7" fmla="*/ 20 h 20"/>
                <a:gd name="T8" fmla="*/ 3 w 6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0">
                  <a:moveTo>
                    <a:pt x="3" y="20"/>
                  </a:moveTo>
                  <a:cubicBezTo>
                    <a:pt x="2" y="14"/>
                    <a:pt x="1" y="7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7"/>
                    <a:pt x="6" y="13"/>
                    <a:pt x="6" y="20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327">
              <a:extLst>
                <a:ext uri="{FF2B5EF4-FFF2-40B4-BE49-F238E27FC236}">
                  <a16:creationId xmlns:a16="http://schemas.microsoft.com/office/drawing/2014/main" id="{3A019047-96D1-044C-863E-517526EAB0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75385" y="6942175"/>
              <a:ext cx="47647" cy="66706"/>
            </a:xfrm>
            <a:custGeom>
              <a:avLst/>
              <a:gdLst>
                <a:gd name="T0" fmla="*/ 10 w 13"/>
                <a:gd name="T1" fmla="*/ 18 h 18"/>
                <a:gd name="T2" fmla="*/ 0 w 13"/>
                <a:gd name="T3" fmla="*/ 2 h 18"/>
                <a:gd name="T4" fmla="*/ 3 w 13"/>
                <a:gd name="T5" fmla="*/ 0 h 18"/>
                <a:gd name="T6" fmla="*/ 13 w 13"/>
                <a:gd name="T7" fmla="*/ 17 h 18"/>
                <a:gd name="T8" fmla="*/ 10 w 13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10" y="18"/>
                  </a:moveTo>
                  <a:cubicBezTo>
                    <a:pt x="7" y="12"/>
                    <a:pt x="4" y="7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5"/>
                    <a:pt x="10" y="11"/>
                    <a:pt x="13" y="17"/>
                  </a:cubicBezTo>
                  <a:lnTo>
                    <a:pt x="1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328">
              <a:extLst>
                <a:ext uri="{FF2B5EF4-FFF2-40B4-BE49-F238E27FC236}">
                  <a16:creationId xmlns:a16="http://schemas.microsoft.com/office/drawing/2014/main" id="{4A71C948-BA90-DC43-9B91-8FF46F2289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65795" y="6842118"/>
              <a:ext cx="71472" cy="57176"/>
            </a:xfrm>
            <a:custGeom>
              <a:avLst/>
              <a:gdLst>
                <a:gd name="T0" fmla="*/ 15 w 18"/>
                <a:gd name="T1" fmla="*/ 15 h 15"/>
                <a:gd name="T2" fmla="*/ 0 w 18"/>
                <a:gd name="T3" fmla="*/ 3 h 15"/>
                <a:gd name="T4" fmla="*/ 2 w 18"/>
                <a:gd name="T5" fmla="*/ 0 h 15"/>
                <a:gd name="T6" fmla="*/ 18 w 18"/>
                <a:gd name="T7" fmla="*/ 12 h 15"/>
                <a:gd name="T8" fmla="*/ 15 w 18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15" y="15"/>
                  </a:moveTo>
                  <a:cubicBezTo>
                    <a:pt x="11" y="10"/>
                    <a:pt x="6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4"/>
                    <a:pt x="13" y="8"/>
                    <a:pt x="18" y="12"/>
                  </a:cubicBezTo>
                  <a:lnTo>
                    <a:pt x="15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B04AE77-F6DC-9D40-8E64-4AC36F188BDB}"/>
              </a:ext>
            </a:extLst>
          </p:cNvPr>
          <p:cNvGrpSpPr/>
          <p:nvPr/>
        </p:nvGrpSpPr>
        <p:grpSpPr>
          <a:xfrm rot="10800000">
            <a:off x="4083365" y="3663839"/>
            <a:ext cx="745215" cy="745215"/>
            <a:chOff x="5768905" y="3449350"/>
            <a:chExt cx="558911" cy="558911"/>
          </a:xfrm>
        </p:grpSpPr>
        <p:sp>
          <p:nvSpPr>
            <p:cNvPr id="89" name="Teardrop 88">
              <a:extLst>
                <a:ext uri="{FF2B5EF4-FFF2-40B4-BE49-F238E27FC236}">
                  <a16:creationId xmlns:a16="http://schemas.microsoft.com/office/drawing/2014/main" id="{972CBB8D-F55C-A54F-A752-9080F5EB4D48}"/>
                </a:ext>
              </a:extLst>
            </p:cNvPr>
            <p:cNvSpPr/>
            <p:nvPr/>
          </p:nvSpPr>
          <p:spPr>
            <a:xfrm rot="18900000">
              <a:off x="5768905" y="3449350"/>
              <a:ext cx="558911" cy="558911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0" name="Freeform 57">
              <a:extLst>
                <a:ext uri="{FF2B5EF4-FFF2-40B4-BE49-F238E27FC236}">
                  <a16:creationId xmlns:a16="http://schemas.microsoft.com/office/drawing/2014/main" id="{CC2DD3ED-48B8-9B4F-9581-4DBCCEE841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5988" y="3605501"/>
              <a:ext cx="231093" cy="231093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941A35BB-77A2-1F4C-A5EB-5D569622E42D}"/>
              </a:ext>
            </a:extLst>
          </p:cNvPr>
          <p:cNvSpPr txBox="1"/>
          <p:nvPr/>
        </p:nvSpPr>
        <p:spPr>
          <a:xfrm>
            <a:off x="2466639" y="4453738"/>
            <a:ext cx="180036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latin typeface="Open Sans SemiBold" charset="0"/>
                <a:ea typeface="Open Sans SemiBold" charset="0"/>
                <a:cs typeface="Open Sans SemiBold" charset="0"/>
              </a:rPr>
              <a:t>Using RDBMS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C520B9C-8BF0-2442-84B2-39F20607D803}"/>
              </a:ext>
            </a:extLst>
          </p:cNvPr>
          <p:cNvSpPr txBox="1"/>
          <p:nvPr/>
        </p:nvSpPr>
        <p:spPr>
          <a:xfrm flipH="1">
            <a:off x="2466638" y="4832173"/>
            <a:ext cx="2403737" cy="443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Choosing SQL alchemy to</a:t>
            </a:r>
          </a:p>
          <a:p>
            <a:pPr>
              <a:lnSpc>
                <a:spcPct val="125000"/>
              </a:lnSpc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 database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40328C4-09F4-98DA-0AE3-CB50C0AC6B64}"/>
              </a:ext>
            </a:extLst>
          </p:cNvPr>
          <p:cNvSpPr/>
          <p:nvPr/>
        </p:nvSpPr>
        <p:spPr>
          <a:xfrm>
            <a:off x="1117600" y="1017441"/>
            <a:ext cx="5976250" cy="1882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77F6137-20D8-360E-A660-736FF7E2DBCC}"/>
              </a:ext>
            </a:extLst>
          </p:cNvPr>
          <p:cNvSpPr/>
          <p:nvPr/>
        </p:nvSpPr>
        <p:spPr>
          <a:xfrm>
            <a:off x="493486" y="1655911"/>
            <a:ext cx="4898782" cy="1762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3D3F41B-14A2-0EA5-99A0-1DE113184AFD}"/>
              </a:ext>
            </a:extLst>
          </p:cNvPr>
          <p:cNvSpPr/>
          <p:nvPr/>
        </p:nvSpPr>
        <p:spPr>
          <a:xfrm>
            <a:off x="5392268" y="2756556"/>
            <a:ext cx="1105995" cy="295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BA779836-1744-9416-D6E9-868CFC97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23" t="15264" r="11130" b="14208"/>
          <a:stretch>
            <a:fillRect/>
          </a:stretch>
        </p:blipFill>
        <p:spPr>
          <a:xfrm>
            <a:off x="7911010" y="3175851"/>
            <a:ext cx="3787504" cy="3405156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4C5BBB57-28B6-6B8B-1911-45A90FE05B2F}"/>
              </a:ext>
            </a:extLst>
          </p:cNvPr>
          <p:cNvSpPr/>
          <p:nvPr/>
        </p:nvSpPr>
        <p:spPr>
          <a:xfrm>
            <a:off x="2025748" y="1832883"/>
            <a:ext cx="1903277" cy="371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8AA9F60-D728-A015-C391-B23721718A28}"/>
              </a:ext>
            </a:extLst>
          </p:cNvPr>
          <p:cNvSpPr txBox="1"/>
          <p:nvPr/>
        </p:nvSpPr>
        <p:spPr>
          <a:xfrm>
            <a:off x="4003160" y="1196340"/>
            <a:ext cx="21191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latin typeface="Open Sans SemiBold" charset="0"/>
                <a:ea typeface="Open Sans SemiBold" charset="0"/>
                <a:cs typeface="Open Sans SemiBold" charset="0"/>
              </a:rPr>
              <a:t>Database design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C1DC563-6293-DDAC-0C68-DA5F9411FB57}"/>
              </a:ext>
            </a:extLst>
          </p:cNvPr>
          <p:cNvSpPr txBox="1"/>
          <p:nvPr/>
        </p:nvSpPr>
        <p:spPr>
          <a:xfrm flipH="1">
            <a:off x="4003160" y="1619849"/>
            <a:ext cx="3253466" cy="905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25000"/>
              </a:lnSpc>
              <a:buFontTx/>
              <a:buChar char="-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Defining all entities, and attributes</a:t>
            </a:r>
          </a:p>
          <a:p>
            <a:pPr marL="171450" indent="-171450">
              <a:lnSpc>
                <a:spcPct val="125000"/>
              </a:lnSpc>
              <a:buFontTx/>
              <a:buChar char="-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Normalization</a:t>
            </a:r>
          </a:p>
          <a:p>
            <a:pPr marL="171450" indent="-171450">
              <a:lnSpc>
                <a:spcPct val="125000"/>
              </a:lnSpc>
              <a:buFontTx/>
              <a:buChar char="-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Determining all PK, FK and all relations</a:t>
            </a:r>
          </a:p>
          <a:p>
            <a:pPr marL="171450" indent="-171450">
              <a:lnSpc>
                <a:spcPct val="125000"/>
              </a:lnSpc>
              <a:buFontTx/>
              <a:buChar char="-"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EB60831-F26D-4D4E-929F-ECED96193AC8}"/>
              </a:ext>
            </a:extLst>
          </p:cNvPr>
          <p:cNvSpPr/>
          <p:nvPr/>
        </p:nvSpPr>
        <p:spPr>
          <a:xfrm>
            <a:off x="3219433" y="953965"/>
            <a:ext cx="365294" cy="365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86" name="Teardrop 85">
            <a:extLst>
              <a:ext uri="{FF2B5EF4-FFF2-40B4-BE49-F238E27FC236}">
                <a16:creationId xmlns:a16="http://schemas.microsoft.com/office/drawing/2014/main" id="{D3BA4EA0-0B42-354B-9BC7-60AE22B8CC7D}"/>
              </a:ext>
            </a:extLst>
          </p:cNvPr>
          <p:cNvSpPr/>
          <p:nvPr/>
        </p:nvSpPr>
        <p:spPr>
          <a:xfrm rot="8100000">
            <a:off x="3029472" y="681256"/>
            <a:ext cx="745215" cy="745215"/>
          </a:xfrm>
          <a:prstGeom prst="teardrop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" name="Shape 5271">
            <a:extLst>
              <a:ext uri="{FF2B5EF4-FFF2-40B4-BE49-F238E27FC236}">
                <a16:creationId xmlns:a16="http://schemas.microsoft.com/office/drawing/2014/main" id="{9660C800-D70D-8184-C573-C7ACB522B487}"/>
              </a:ext>
            </a:extLst>
          </p:cNvPr>
          <p:cNvSpPr/>
          <p:nvPr/>
        </p:nvSpPr>
        <p:spPr>
          <a:xfrm>
            <a:off x="3219433" y="853664"/>
            <a:ext cx="365294" cy="4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3038"/>
                </a:moveTo>
                <a:cubicBezTo>
                  <a:pt x="21600" y="4725"/>
                  <a:pt x="21600" y="4725"/>
                  <a:pt x="21600" y="4725"/>
                </a:cubicBezTo>
                <a:cubicBezTo>
                  <a:pt x="21600" y="6413"/>
                  <a:pt x="16495" y="7763"/>
                  <a:pt x="10604" y="7763"/>
                </a:cubicBezTo>
                <a:cubicBezTo>
                  <a:pt x="4713" y="7763"/>
                  <a:pt x="0" y="6413"/>
                  <a:pt x="0" y="4725"/>
                </a:cubicBezTo>
                <a:cubicBezTo>
                  <a:pt x="0" y="3038"/>
                  <a:pt x="0" y="3038"/>
                  <a:pt x="0" y="3038"/>
                </a:cubicBezTo>
                <a:cubicBezTo>
                  <a:pt x="0" y="1350"/>
                  <a:pt x="4713" y="0"/>
                  <a:pt x="10604" y="0"/>
                </a:cubicBezTo>
                <a:cubicBezTo>
                  <a:pt x="16495" y="0"/>
                  <a:pt x="21600" y="1350"/>
                  <a:pt x="21600" y="3038"/>
                </a:cubicBezTo>
                <a:close/>
                <a:moveTo>
                  <a:pt x="21600" y="7088"/>
                </a:moveTo>
                <a:cubicBezTo>
                  <a:pt x="21600" y="9113"/>
                  <a:pt x="21600" y="9113"/>
                  <a:pt x="21600" y="9113"/>
                </a:cubicBezTo>
                <a:cubicBezTo>
                  <a:pt x="21600" y="10800"/>
                  <a:pt x="16495" y="12487"/>
                  <a:pt x="10604" y="12487"/>
                </a:cubicBezTo>
                <a:cubicBezTo>
                  <a:pt x="4713" y="12487"/>
                  <a:pt x="0" y="10800"/>
                  <a:pt x="0" y="9113"/>
                </a:cubicBezTo>
                <a:cubicBezTo>
                  <a:pt x="0" y="7088"/>
                  <a:pt x="0" y="7088"/>
                  <a:pt x="0" y="7088"/>
                </a:cubicBezTo>
                <a:cubicBezTo>
                  <a:pt x="2356" y="8438"/>
                  <a:pt x="6284" y="9113"/>
                  <a:pt x="10604" y="9113"/>
                </a:cubicBezTo>
                <a:cubicBezTo>
                  <a:pt x="14924" y="9113"/>
                  <a:pt x="19244" y="8438"/>
                  <a:pt x="21600" y="7088"/>
                </a:cubicBezTo>
                <a:close/>
                <a:moveTo>
                  <a:pt x="21600" y="11812"/>
                </a:moveTo>
                <a:cubicBezTo>
                  <a:pt x="21600" y="13837"/>
                  <a:pt x="21600" y="13837"/>
                  <a:pt x="21600" y="13837"/>
                </a:cubicBezTo>
                <a:cubicBezTo>
                  <a:pt x="21600" y="15525"/>
                  <a:pt x="16495" y="16875"/>
                  <a:pt x="10604" y="16875"/>
                </a:cubicBezTo>
                <a:cubicBezTo>
                  <a:pt x="4713" y="16875"/>
                  <a:pt x="0" y="15525"/>
                  <a:pt x="0" y="13837"/>
                </a:cubicBezTo>
                <a:cubicBezTo>
                  <a:pt x="0" y="11812"/>
                  <a:pt x="0" y="11812"/>
                  <a:pt x="0" y="11812"/>
                </a:cubicBezTo>
                <a:cubicBezTo>
                  <a:pt x="2356" y="13162"/>
                  <a:pt x="6284" y="13837"/>
                  <a:pt x="10604" y="13837"/>
                </a:cubicBezTo>
                <a:cubicBezTo>
                  <a:pt x="14924" y="13837"/>
                  <a:pt x="19244" y="13162"/>
                  <a:pt x="21600" y="11812"/>
                </a:cubicBezTo>
                <a:close/>
                <a:moveTo>
                  <a:pt x="21600" y="16537"/>
                </a:moveTo>
                <a:cubicBezTo>
                  <a:pt x="21600" y="18562"/>
                  <a:pt x="21600" y="18562"/>
                  <a:pt x="21600" y="18562"/>
                </a:cubicBezTo>
                <a:cubicBezTo>
                  <a:pt x="21600" y="20250"/>
                  <a:pt x="16495" y="21600"/>
                  <a:pt x="10604" y="21600"/>
                </a:cubicBezTo>
                <a:cubicBezTo>
                  <a:pt x="4713" y="21600"/>
                  <a:pt x="0" y="20250"/>
                  <a:pt x="0" y="18562"/>
                </a:cubicBezTo>
                <a:cubicBezTo>
                  <a:pt x="0" y="16537"/>
                  <a:pt x="0" y="16537"/>
                  <a:pt x="0" y="16537"/>
                </a:cubicBezTo>
                <a:cubicBezTo>
                  <a:pt x="2356" y="17887"/>
                  <a:pt x="6284" y="18562"/>
                  <a:pt x="10604" y="18562"/>
                </a:cubicBezTo>
                <a:cubicBezTo>
                  <a:pt x="14924" y="18562"/>
                  <a:pt x="19244" y="17887"/>
                  <a:pt x="21600" y="16537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lvl="0" algn="l" defTabSz="457200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57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2000" cy="5014453"/>
          </a:xfrm>
          <a:prstGeom prst="rect">
            <a:avLst/>
          </a:prstGeom>
          <a:gradFill>
            <a:gsLst>
              <a:gs pos="100000">
                <a:schemeClr val="accent4">
                  <a:alpha val="45000"/>
                </a:schemeClr>
              </a:gs>
              <a:gs pos="3000">
                <a:schemeClr val="accent1">
                  <a:alpha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4049486" y="4523592"/>
            <a:ext cx="4093028" cy="981722"/>
          </a:xfrm>
          <a:prstGeom prst="roundRect">
            <a:avLst/>
          </a:prstGeom>
          <a:solidFill>
            <a:schemeClr val="accent3">
              <a:lumMod val="60000"/>
              <a:lumOff val="40000"/>
              <a:alpha val="76000"/>
            </a:schemeClr>
          </a:solidFill>
          <a:ln w="76200">
            <a:solidFill>
              <a:schemeClr val="bg1">
                <a:alpha val="37000"/>
              </a:schemeClr>
            </a:solidFill>
          </a:ln>
          <a:effectLst>
            <a:outerShdw blurRad="4445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4212609" y="4659611"/>
            <a:ext cx="3766782" cy="709684"/>
          </a:xfrm>
          <a:prstGeom prst="roundRect">
            <a:avLst/>
          </a:prstGeom>
          <a:solidFill>
            <a:schemeClr val="accent3">
              <a:alpha val="76000"/>
            </a:schemeClr>
          </a:solidFill>
          <a:ln w="1047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4393611" y="4865548"/>
            <a:ext cx="340477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The Connected Data Universe</a:t>
            </a:r>
            <a:endParaRPr lang="vi-VN" b="1" dirty="0">
              <a:solidFill>
                <a:schemeClr val="bg1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 flipH="1">
            <a:off x="1973943" y="5817884"/>
            <a:ext cx="9055128" cy="7869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We've moved from scattered data points on the web to a structured universe of information.</a:t>
            </a:r>
          </a:p>
          <a:p>
            <a:pPr algn="ctr">
              <a:lnSpc>
                <a:spcPct val="125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table is a planet of raw facts. Alone, they hold secrets. But the real magic happens in the relationships (the lines you see).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BB53FF-A37C-292D-7CEA-EEE09081A42D}"/>
              </a:ext>
            </a:extLst>
          </p:cNvPr>
          <p:cNvSpPr/>
          <p:nvPr/>
        </p:nvSpPr>
        <p:spPr>
          <a:xfrm>
            <a:off x="3600164" y="254003"/>
            <a:ext cx="2230177" cy="880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F3E6B-996E-5187-7CF0-CCBDE905A209}"/>
              </a:ext>
            </a:extLst>
          </p:cNvPr>
          <p:cNvSpPr/>
          <p:nvPr/>
        </p:nvSpPr>
        <p:spPr>
          <a:xfrm>
            <a:off x="6259178" y="258952"/>
            <a:ext cx="2230177" cy="866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B0A190-B396-A55B-9555-50DCACEA291F}"/>
              </a:ext>
            </a:extLst>
          </p:cNvPr>
          <p:cNvSpPr/>
          <p:nvPr/>
        </p:nvSpPr>
        <p:spPr>
          <a:xfrm>
            <a:off x="3615351" y="3255513"/>
            <a:ext cx="2230177" cy="7772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104A55-9B13-95E3-A500-5F7B8B9B1007}"/>
              </a:ext>
            </a:extLst>
          </p:cNvPr>
          <p:cNvSpPr/>
          <p:nvPr/>
        </p:nvSpPr>
        <p:spPr>
          <a:xfrm>
            <a:off x="3608093" y="1668237"/>
            <a:ext cx="2230177" cy="1443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A1046D-49A7-CFB8-CAED-37950CA87DBD}"/>
              </a:ext>
            </a:extLst>
          </p:cNvPr>
          <p:cNvSpPr/>
          <p:nvPr/>
        </p:nvSpPr>
        <p:spPr>
          <a:xfrm>
            <a:off x="6252084" y="3210078"/>
            <a:ext cx="2230177" cy="8226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222E5E-6B4D-D3DC-4EE3-AEF40E216A9F}"/>
              </a:ext>
            </a:extLst>
          </p:cNvPr>
          <p:cNvSpPr/>
          <p:nvPr/>
        </p:nvSpPr>
        <p:spPr>
          <a:xfrm>
            <a:off x="6252085" y="1665533"/>
            <a:ext cx="2230177" cy="1092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77F76-D705-8051-AEF2-9F28D00BD713}"/>
              </a:ext>
            </a:extLst>
          </p:cNvPr>
          <p:cNvSpPr txBox="1"/>
          <p:nvPr/>
        </p:nvSpPr>
        <p:spPr>
          <a:xfrm>
            <a:off x="3846463" y="830600"/>
            <a:ext cx="17707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Id : PK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0E6C4-2D74-276E-BF17-762E59D6FB98}"/>
              </a:ext>
            </a:extLst>
          </p:cNvPr>
          <p:cNvSpPr txBox="1"/>
          <p:nvPr/>
        </p:nvSpPr>
        <p:spPr>
          <a:xfrm>
            <a:off x="6541540" y="810327"/>
            <a:ext cx="17707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Id : PK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57020-CC59-1023-F568-A998EF749ADE}"/>
              </a:ext>
            </a:extLst>
          </p:cNvPr>
          <p:cNvSpPr txBox="1"/>
          <p:nvPr/>
        </p:nvSpPr>
        <p:spPr>
          <a:xfrm>
            <a:off x="3824912" y="3750319"/>
            <a:ext cx="17707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Id : PK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DA02A6-CA35-A311-B194-C277907946E0}"/>
              </a:ext>
            </a:extLst>
          </p:cNvPr>
          <p:cNvSpPr txBox="1"/>
          <p:nvPr/>
        </p:nvSpPr>
        <p:spPr>
          <a:xfrm>
            <a:off x="6532490" y="2180924"/>
            <a:ext cx="1770743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Id : PK</a:t>
            </a:r>
          </a:p>
          <a:p>
            <a:pPr algn="l"/>
            <a:r>
              <a:rPr lang="en-US" sz="11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Season id : FK</a:t>
            </a:r>
          </a:p>
          <a:p>
            <a:pPr algn="l"/>
            <a:r>
              <a:rPr lang="en-US" sz="11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Team id : FK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09E54-44F4-3C2E-31FD-549C2A16F97F}"/>
              </a:ext>
            </a:extLst>
          </p:cNvPr>
          <p:cNvSpPr txBox="1"/>
          <p:nvPr/>
        </p:nvSpPr>
        <p:spPr>
          <a:xfrm>
            <a:off x="3781036" y="2115891"/>
            <a:ext cx="177074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Id : PK</a:t>
            </a:r>
          </a:p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Season id : FK</a:t>
            </a:r>
          </a:p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Player d : FK </a:t>
            </a:r>
          </a:p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Team id : FK </a:t>
            </a:r>
          </a:p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Position_id : FK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75B830-CA6E-8914-8BE6-6ECE214767D2}"/>
              </a:ext>
            </a:extLst>
          </p:cNvPr>
          <p:cNvSpPr txBox="1"/>
          <p:nvPr/>
        </p:nvSpPr>
        <p:spPr>
          <a:xfrm>
            <a:off x="6534447" y="3731118"/>
            <a:ext cx="17707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Id : PK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58D8C6-696D-2FD9-7945-FDE969AF082A}"/>
              </a:ext>
            </a:extLst>
          </p:cNvPr>
          <p:cNvSpPr/>
          <p:nvPr/>
        </p:nvSpPr>
        <p:spPr>
          <a:xfrm>
            <a:off x="3606046" y="250245"/>
            <a:ext cx="2224296" cy="42936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6BAE1-73A7-4989-07CC-92B9CE25316D}"/>
              </a:ext>
            </a:extLst>
          </p:cNvPr>
          <p:cNvSpPr txBox="1"/>
          <p:nvPr/>
        </p:nvSpPr>
        <p:spPr>
          <a:xfrm>
            <a:off x="4435691" y="373119"/>
            <a:ext cx="17707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players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1AFE5-D9B3-A10A-9DDA-3C70862E038F}"/>
              </a:ext>
            </a:extLst>
          </p:cNvPr>
          <p:cNvSpPr/>
          <p:nvPr/>
        </p:nvSpPr>
        <p:spPr>
          <a:xfrm>
            <a:off x="3608093" y="3253265"/>
            <a:ext cx="2244691" cy="42936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6498CC-C244-2575-5EDA-51EDA422E037}"/>
              </a:ext>
            </a:extLst>
          </p:cNvPr>
          <p:cNvSpPr txBox="1"/>
          <p:nvPr/>
        </p:nvSpPr>
        <p:spPr>
          <a:xfrm>
            <a:off x="4442286" y="3348937"/>
            <a:ext cx="17707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position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CC5149-1C50-7AA5-D6F9-46AFE526C374}"/>
              </a:ext>
            </a:extLst>
          </p:cNvPr>
          <p:cNvSpPr/>
          <p:nvPr/>
        </p:nvSpPr>
        <p:spPr>
          <a:xfrm>
            <a:off x="3594704" y="1658308"/>
            <a:ext cx="2244691" cy="42936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11F010-3D33-392C-B708-181A5D20760C}"/>
              </a:ext>
            </a:extLst>
          </p:cNvPr>
          <p:cNvSpPr txBox="1"/>
          <p:nvPr/>
        </p:nvSpPr>
        <p:spPr>
          <a:xfrm>
            <a:off x="4481014" y="1759132"/>
            <a:ext cx="177074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stats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ABF56B-C35D-33D3-AA09-991FAD8EB3A4}"/>
              </a:ext>
            </a:extLst>
          </p:cNvPr>
          <p:cNvSpPr/>
          <p:nvPr/>
        </p:nvSpPr>
        <p:spPr>
          <a:xfrm>
            <a:off x="6244664" y="3199790"/>
            <a:ext cx="2244691" cy="42936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62E0A-D78E-B1A2-9545-E0CA2E1E3814}"/>
              </a:ext>
            </a:extLst>
          </p:cNvPr>
          <p:cNvSpPr txBox="1"/>
          <p:nvPr/>
        </p:nvSpPr>
        <p:spPr>
          <a:xfrm>
            <a:off x="7018895" y="3311675"/>
            <a:ext cx="17707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season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A2E32A-9EC4-8BA7-5CE6-D1640E366FBE}"/>
              </a:ext>
            </a:extLst>
          </p:cNvPr>
          <p:cNvSpPr/>
          <p:nvPr/>
        </p:nvSpPr>
        <p:spPr>
          <a:xfrm>
            <a:off x="6246623" y="1652660"/>
            <a:ext cx="2244691" cy="42936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A70C14-9A80-76F1-E599-BE816BE2727B}"/>
              </a:ext>
            </a:extLst>
          </p:cNvPr>
          <p:cNvSpPr txBox="1"/>
          <p:nvPr/>
        </p:nvSpPr>
        <p:spPr>
          <a:xfrm>
            <a:off x="6818480" y="1761242"/>
            <a:ext cx="17707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team season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D8CA44-1DEC-BCD9-0CAB-D865BF6B1413}"/>
              </a:ext>
            </a:extLst>
          </p:cNvPr>
          <p:cNvSpPr/>
          <p:nvPr/>
        </p:nvSpPr>
        <p:spPr>
          <a:xfrm>
            <a:off x="6251757" y="254002"/>
            <a:ext cx="2244691" cy="42936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C71311-2887-F401-4584-C361413A0C2A}"/>
              </a:ext>
            </a:extLst>
          </p:cNvPr>
          <p:cNvSpPr txBox="1"/>
          <p:nvPr/>
        </p:nvSpPr>
        <p:spPr>
          <a:xfrm>
            <a:off x="7041961" y="346448"/>
            <a:ext cx="17707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teams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90A902C-90C9-9327-92D8-794524841A94}"/>
              </a:ext>
            </a:extLst>
          </p:cNvPr>
          <p:cNvCxnSpPr>
            <a:stCxn id="5" idx="3"/>
            <a:endCxn id="20" idx="1"/>
          </p:cNvCxnSpPr>
          <p:nvPr/>
        </p:nvCxnSpPr>
        <p:spPr>
          <a:xfrm>
            <a:off x="5838270" y="2390014"/>
            <a:ext cx="406394" cy="102445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4AC257-7C8A-25F6-5C30-4B66D333649C}"/>
              </a:ext>
            </a:extLst>
          </p:cNvPr>
          <p:cNvCxnSpPr>
            <a:cxnSpLocks/>
            <a:stCxn id="18" idx="0"/>
            <a:endCxn id="2" idx="2"/>
          </p:cNvCxnSpPr>
          <p:nvPr/>
        </p:nvCxnSpPr>
        <p:spPr>
          <a:xfrm flipH="1" flipV="1">
            <a:off x="4715253" y="1134171"/>
            <a:ext cx="1797" cy="5241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68DE02-7A58-F6E5-2505-00511A4197A4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4723182" y="3111791"/>
            <a:ext cx="7257" cy="1414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576D815-A69C-5A62-A454-6F31C9B203D7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5838270" y="692188"/>
            <a:ext cx="420908" cy="169782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C9DBABD-EF4D-66F5-AA20-F5C646D26187}"/>
              </a:ext>
            </a:extLst>
          </p:cNvPr>
          <p:cNvCxnSpPr>
            <a:cxnSpLocks/>
          </p:cNvCxnSpPr>
          <p:nvPr/>
        </p:nvCxnSpPr>
        <p:spPr>
          <a:xfrm>
            <a:off x="7367174" y="2771800"/>
            <a:ext cx="7093" cy="3540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298CD34-307D-A2C3-B100-4D1B11FEDDC2}"/>
              </a:ext>
            </a:extLst>
          </p:cNvPr>
          <p:cNvCxnSpPr>
            <a:cxnSpLocks/>
          </p:cNvCxnSpPr>
          <p:nvPr/>
        </p:nvCxnSpPr>
        <p:spPr>
          <a:xfrm flipH="1" flipV="1">
            <a:off x="7370638" y="1131390"/>
            <a:ext cx="7257" cy="5241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07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F0E1D9E-7FCC-4345-93C4-B14019FCDB0F}"/>
              </a:ext>
            </a:extLst>
          </p:cNvPr>
          <p:cNvGrpSpPr/>
          <p:nvPr/>
        </p:nvGrpSpPr>
        <p:grpSpPr>
          <a:xfrm>
            <a:off x="4863620" y="1"/>
            <a:ext cx="2532961" cy="6857999"/>
            <a:chOff x="14579120" y="13716002"/>
            <a:chExt cx="2532961" cy="6857999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95C9A2F-CBEB-EB46-86CF-B0AB65CB64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79120" y="13716002"/>
              <a:ext cx="2532961" cy="6857999"/>
            </a:xfrm>
            <a:custGeom>
              <a:avLst/>
              <a:gdLst>
                <a:gd name="connsiteX0" fmla="*/ 2382917 w 2532961"/>
                <a:gd name="connsiteY0" fmla="*/ 0 h 6857999"/>
                <a:gd name="connsiteX1" fmla="*/ 2530185 w 2532961"/>
                <a:gd name="connsiteY1" fmla="*/ 0 h 6857999"/>
                <a:gd name="connsiteX2" fmla="*/ 2532961 w 2532961"/>
                <a:gd name="connsiteY2" fmla="*/ 27612 h 6857999"/>
                <a:gd name="connsiteX3" fmla="*/ 2532961 w 2532961"/>
                <a:gd name="connsiteY3" fmla="*/ 743033 h 6857999"/>
                <a:gd name="connsiteX4" fmla="*/ 2076198 w 2532961"/>
                <a:gd name="connsiteY4" fmla="*/ 1198643 h 6857999"/>
                <a:gd name="connsiteX5" fmla="*/ 1502412 w 2532961"/>
                <a:gd name="connsiteY5" fmla="*/ 1198643 h 6857999"/>
                <a:gd name="connsiteX6" fmla="*/ 1189095 w 2532961"/>
                <a:gd name="connsiteY6" fmla="*/ 1511169 h 6857999"/>
                <a:gd name="connsiteX7" fmla="*/ 1189095 w 2532961"/>
                <a:gd name="connsiteY7" fmla="*/ 3182995 h 6857999"/>
                <a:gd name="connsiteX8" fmla="*/ 732332 w 2532961"/>
                <a:gd name="connsiteY8" fmla="*/ 3638605 h 6857999"/>
                <a:gd name="connsiteX9" fmla="*/ 456764 w 2532961"/>
                <a:gd name="connsiteY9" fmla="*/ 3638605 h 6857999"/>
                <a:gd name="connsiteX10" fmla="*/ 147221 w 2532961"/>
                <a:gd name="connsiteY10" fmla="*/ 3951131 h 6857999"/>
                <a:gd name="connsiteX11" fmla="*/ 147221 w 2532961"/>
                <a:gd name="connsiteY11" fmla="*/ 6857999 h 6857999"/>
                <a:gd name="connsiteX12" fmla="*/ 0 w 2532961"/>
                <a:gd name="connsiteY12" fmla="*/ 6857999 h 6857999"/>
                <a:gd name="connsiteX13" fmla="*/ 0 w 2532961"/>
                <a:gd name="connsiteY13" fmla="*/ 3951131 h 6857999"/>
                <a:gd name="connsiteX14" fmla="*/ 456764 w 2532961"/>
                <a:gd name="connsiteY14" fmla="*/ 3491755 h 6857999"/>
                <a:gd name="connsiteX15" fmla="*/ 732332 w 2532961"/>
                <a:gd name="connsiteY15" fmla="*/ 3491755 h 6857999"/>
                <a:gd name="connsiteX16" fmla="*/ 1045649 w 2532961"/>
                <a:gd name="connsiteY16" fmla="*/ 3182995 h 6857999"/>
                <a:gd name="connsiteX17" fmla="*/ 1045649 w 2532961"/>
                <a:gd name="connsiteY17" fmla="*/ 1511169 h 6857999"/>
                <a:gd name="connsiteX18" fmla="*/ 1502412 w 2532961"/>
                <a:gd name="connsiteY18" fmla="*/ 1051793 h 6857999"/>
                <a:gd name="connsiteX19" fmla="*/ 2076198 w 2532961"/>
                <a:gd name="connsiteY19" fmla="*/ 1051793 h 6857999"/>
                <a:gd name="connsiteX20" fmla="*/ 2385741 w 2532961"/>
                <a:gd name="connsiteY20" fmla="*/ 743033 h 6857999"/>
                <a:gd name="connsiteX21" fmla="*/ 2385741 w 2532961"/>
                <a:gd name="connsiteY21" fmla="*/ 27612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32961" h="6857999">
                  <a:moveTo>
                    <a:pt x="2382917" y="0"/>
                  </a:moveTo>
                  <a:lnTo>
                    <a:pt x="2530185" y="0"/>
                  </a:lnTo>
                  <a:lnTo>
                    <a:pt x="2532961" y="27612"/>
                  </a:lnTo>
                  <a:cubicBezTo>
                    <a:pt x="2532961" y="743033"/>
                    <a:pt x="2532961" y="743033"/>
                    <a:pt x="2532961" y="743033"/>
                  </a:cubicBezTo>
                  <a:cubicBezTo>
                    <a:pt x="2532961" y="991547"/>
                    <a:pt x="2329117" y="1198643"/>
                    <a:pt x="2076198" y="1198643"/>
                  </a:cubicBezTo>
                  <a:cubicBezTo>
                    <a:pt x="1502412" y="1198643"/>
                    <a:pt x="1502412" y="1198643"/>
                    <a:pt x="1502412" y="1198643"/>
                  </a:cubicBezTo>
                  <a:cubicBezTo>
                    <a:pt x="1332542" y="1198643"/>
                    <a:pt x="1189095" y="1337962"/>
                    <a:pt x="1189095" y="1511169"/>
                  </a:cubicBezTo>
                  <a:cubicBezTo>
                    <a:pt x="1189095" y="3182995"/>
                    <a:pt x="1189095" y="3182995"/>
                    <a:pt x="1189095" y="3182995"/>
                  </a:cubicBezTo>
                  <a:cubicBezTo>
                    <a:pt x="1189095" y="3435275"/>
                    <a:pt x="985250" y="3638605"/>
                    <a:pt x="732332" y="3638605"/>
                  </a:cubicBezTo>
                  <a:cubicBezTo>
                    <a:pt x="456764" y="3638605"/>
                    <a:pt x="456764" y="3638605"/>
                    <a:pt x="456764" y="3638605"/>
                  </a:cubicBezTo>
                  <a:cubicBezTo>
                    <a:pt x="286893" y="3638605"/>
                    <a:pt x="147221" y="3777923"/>
                    <a:pt x="147221" y="3951131"/>
                  </a:cubicBezTo>
                  <a:lnTo>
                    <a:pt x="147221" y="6857999"/>
                  </a:lnTo>
                  <a:cubicBezTo>
                    <a:pt x="0" y="6857999"/>
                    <a:pt x="0" y="6857999"/>
                    <a:pt x="0" y="6857999"/>
                  </a:cubicBezTo>
                  <a:cubicBezTo>
                    <a:pt x="0" y="3951131"/>
                    <a:pt x="0" y="3951131"/>
                    <a:pt x="0" y="3951131"/>
                  </a:cubicBezTo>
                  <a:cubicBezTo>
                    <a:pt x="0" y="3698851"/>
                    <a:pt x="203845" y="3491755"/>
                    <a:pt x="456764" y="3491755"/>
                  </a:cubicBezTo>
                  <a:cubicBezTo>
                    <a:pt x="732332" y="3491755"/>
                    <a:pt x="732332" y="3491755"/>
                    <a:pt x="732332" y="3491755"/>
                  </a:cubicBezTo>
                  <a:cubicBezTo>
                    <a:pt x="905977" y="3491755"/>
                    <a:pt x="1045649" y="3352437"/>
                    <a:pt x="1045649" y="3182995"/>
                  </a:cubicBezTo>
                  <a:cubicBezTo>
                    <a:pt x="1045649" y="1511169"/>
                    <a:pt x="1045649" y="1511169"/>
                    <a:pt x="1045649" y="1511169"/>
                  </a:cubicBezTo>
                  <a:cubicBezTo>
                    <a:pt x="1045649" y="1258889"/>
                    <a:pt x="1249494" y="1051793"/>
                    <a:pt x="1502412" y="1051793"/>
                  </a:cubicBezTo>
                  <a:cubicBezTo>
                    <a:pt x="2076198" y="1051793"/>
                    <a:pt x="2076198" y="1051793"/>
                    <a:pt x="2076198" y="1051793"/>
                  </a:cubicBezTo>
                  <a:cubicBezTo>
                    <a:pt x="2246069" y="1051793"/>
                    <a:pt x="2385741" y="912474"/>
                    <a:pt x="2385741" y="743033"/>
                  </a:cubicBezTo>
                  <a:cubicBezTo>
                    <a:pt x="2385741" y="27612"/>
                    <a:pt x="2385741" y="27612"/>
                    <a:pt x="2385741" y="27612"/>
                  </a:cubicBezTo>
                  <a:close/>
                </a:path>
              </a:pathLst>
            </a:custGeom>
            <a:solidFill>
              <a:srgbClr val="343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" name="Rectangle 196">
              <a:extLst>
                <a:ext uri="{FF2B5EF4-FFF2-40B4-BE49-F238E27FC236}">
                  <a16:creationId xmlns:a16="http://schemas.microsoft.com/office/drawing/2014/main" id="{B4E33F82-B41B-5749-8F32-FC3DCB9A5B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20388178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197">
              <a:extLst>
                <a:ext uri="{FF2B5EF4-FFF2-40B4-BE49-F238E27FC236}">
                  <a16:creationId xmlns:a16="http://schemas.microsoft.com/office/drawing/2014/main" id="{0A28B03D-1D71-4648-8974-DE722D24D8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20240471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198">
              <a:extLst>
                <a:ext uri="{FF2B5EF4-FFF2-40B4-BE49-F238E27FC236}">
                  <a16:creationId xmlns:a16="http://schemas.microsoft.com/office/drawing/2014/main" id="{DBE98B38-08CC-604A-9339-B5E1C5CB64F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20092766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199">
              <a:extLst>
                <a:ext uri="{FF2B5EF4-FFF2-40B4-BE49-F238E27FC236}">
                  <a16:creationId xmlns:a16="http://schemas.microsoft.com/office/drawing/2014/main" id="{4BA4B654-8DD8-4049-8757-472AEF5CE6C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9945059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200">
              <a:extLst>
                <a:ext uri="{FF2B5EF4-FFF2-40B4-BE49-F238E27FC236}">
                  <a16:creationId xmlns:a16="http://schemas.microsoft.com/office/drawing/2014/main" id="{630DC54C-9212-E444-86EA-E5F73167412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9797354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201">
              <a:extLst>
                <a:ext uri="{FF2B5EF4-FFF2-40B4-BE49-F238E27FC236}">
                  <a16:creationId xmlns:a16="http://schemas.microsoft.com/office/drawing/2014/main" id="{7301A491-1FE5-5E4E-B57F-7226C07EBF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9654413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202">
              <a:extLst>
                <a:ext uri="{FF2B5EF4-FFF2-40B4-BE49-F238E27FC236}">
                  <a16:creationId xmlns:a16="http://schemas.microsoft.com/office/drawing/2014/main" id="{137FB502-08E7-7042-9ED2-98BE6A5DB1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9506706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203">
              <a:extLst>
                <a:ext uri="{FF2B5EF4-FFF2-40B4-BE49-F238E27FC236}">
                  <a16:creationId xmlns:a16="http://schemas.microsoft.com/office/drawing/2014/main" id="{AEBA8254-F143-3044-A42A-E522E0B403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9359002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204">
              <a:extLst>
                <a:ext uri="{FF2B5EF4-FFF2-40B4-BE49-F238E27FC236}">
                  <a16:creationId xmlns:a16="http://schemas.microsoft.com/office/drawing/2014/main" id="{65530B79-006C-5546-8442-9CA635A839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9216060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206">
              <a:extLst>
                <a:ext uri="{FF2B5EF4-FFF2-40B4-BE49-F238E27FC236}">
                  <a16:creationId xmlns:a16="http://schemas.microsoft.com/office/drawing/2014/main" id="{8853223C-8C9B-EC43-8614-50BD3AD1D9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9068353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207">
              <a:extLst>
                <a:ext uri="{FF2B5EF4-FFF2-40B4-BE49-F238E27FC236}">
                  <a16:creationId xmlns:a16="http://schemas.microsoft.com/office/drawing/2014/main" id="{DC9B15CB-A00C-3741-B68F-DD57DB6CF6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8920646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208">
              <a:extLst>
                <a:ext uri="{FF2B5EF4-FFF2-40B4-BE49-F238E27FC236}">
                  <a16:creationId xmlns:a16="http://schemas.microsoft.com/office/drawing/2014/main" id="{FDF931B5-477C-954B-B9F3-78D96A4BD69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8772941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209">
              <a:extLst>
                <a:ext uri="{FF2B5EF4-FFF2-40B4-BE49-F238E27FC236}">
                  <a16:creationId xmlns:a16="http://schemas.microsoft.com/office/drawing/2014/main" id="{1BDEA5E7-B159-8841-8146-AEB70F0F8FE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8630000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210">
              <a:extLst>
                <a:ext uri="{FF2B5EF4-FFF2-40B4-BE49-F238E27FC236}">
                  <a16:creationId xmlns:a16="http://schemas.microsoft.com/office/drawing/2014/main" id="{CBF4E9F6-D8DC-DF44-877D-795AE4C7CF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8482293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211">
              <a:extLst>
                <a:ext uri="{FF2B5EF4-FFF2-40B4-BE49-F238E27FC236}">
                  <a16:creationId xmlns:a16="http://schemas.microsoft.com/office/drawing/2014/main" id="{8A2926CF-68AE-D24F-91FD-1DF97ACA4A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8334588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212">
              <a:extLst>
                <a:ext uri="{FF2B5EF4-FFF2-40B4-BE49-F238E27FC236}">
                  <a16:creationId xmlns:a16="http://schemas.microsoft.com/office/drawing/2014/main" id="{45082DD0-CE30-7944-8A59-EE364F0D97E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8186881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13">
              <a:extLst>
                <a:ext uri="{FF2B5EF4-FFF2-40B4-BE49-F238E27FC236}">
                  <a16:creationId xmlns:a16="http://schemas.microsoft.com/office/drawing/2014/main" id="{675F6886-8A4B-4549-A4AA-6E48F955CF0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8039176"/>
              <a:ext cx="9529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14">
              <a:extLst>
                <a:ext uri="{FF2B5EF4-FFF2-40B4-BE49-F238E27FC236}">
                  <a16:creationId xmlns:a16="http://schemas.microsoft.com/office/drawing/2014/main" id="{5A503024-29CA-C346-8F2C-2B39C770B71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7896235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15">
              <a:extLst>
                <a:ext uri="{FF2B5EF4-FFF2-40B4-BE49-F238E27FC236}">
                  <a16:creationId xmlns:a16="http://schemas.microsoft.com/office/drawing/2014/main" id="{A200CD8B-549C-3944-B9A0-9A427912E07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17748528"/>
              <a:ext cx="9529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16">
              <a:extLst>
                <a:ext uri="{FF2B5EF4-FFF2-40B4-BE49-F238E27FC236}">
                  <a16:creationId xmlns:a16="http://schemas.microsoft.com/office/drawing/2014/main" id="{33D8E0CE-C7F7-0A45-93D1-DAB8ADEA1D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50591" y="17605587"/>
              <a:ext cx="19059" cy="71472"/>
            </a:xfrm>
            <a:custGeom>
              <a:avLst/>
              <a:gdLst>
                <a:gd name="T0" fmla="*/ 3 w 5"/>
                <a:gd name="T1" fmla="*/ 19 h 19"/>
                <a:gd name="T2" fmla="*/ 0 w 5"/>
                <a:gd name="T3" fmla="*/ 19 h 19"/>
                <a:gd name="T4" fmla="*/ 0 w 5"/>
                <a:gd name="T5" fmla="*/ 17 h 19"/>
                <a:gd name="T6" fmla="*/ 1 w 5"/>
                <a:gd name="T7" fmla="*/ 0 h 19"/>
                <a:gd name="T8" fmla="*/ 5 w 5"/>
                <a:gd name="T9" fmla="*/ 0 h 19"/>
                <a:gd name="T10" fmla="*/ 3 w 5"/>
                <a:gd name="T11" fmla="*/ 17 h 19"/>
                <a:gd name="T12" fmla="*/ 3 w 5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9">
                  <a:moveTo>
                    <a:pt x="3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0" y="5"/>
                    <a:pt x="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6"/>
                    <a:pt x="3" y="11"/>
                    <a:pt x="3" y="17"/>
                  </a:cubicBezTo>
                  <a:lnTo>
                    <a:pt x="3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17">
              <a:extLst>
                <a:ext uri="{FF2B5EF4-FFF2-40B4-BE49-F238E27FC236}">
                  <a16:creationId xmlns:a16="http://schemas.microsoft.com/office/drawing/2014/main" id="{441839A8-20CD-6941-957D-0CBF612093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669650" y="17462646"/>
              <a:ext cx="47647" cy="71472"/>
            </a:xfrm>
            <a:custGeom>
              <a:avLst/>
              <a:gdLst>
                <a:gd name="T0" fmla="*/ 3 w 12"/>
                <a:gd name="T1" fmla="*/ 19 h 19"/>
                <a:gd name="T2" fmla="*/ 0 w 12"/>
                <a:gd name="T3" fmla="*/ 18 h 19"/>
                <a:gd name="T4" fmla="*/ 9 w 12"/>
                <a:gd name="T5" fmla="*/ 0 h 19"/>
                <a:gd name="T6" fmla="*/ 12 w 12"/>
                <a:gd name="T7" fmla="*/ 2 h 19"/>
                <a:gd name="T8" fmla="*/ 3 w 12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9">
                  <a:moveTo>
                    <a:pt x="3" y="19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3" y="11"/>
                    <a:pt x="6" y="5"/>
                    <a:pt x="9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9" y="7"/>
                    <a:pt x="6" y="13"/>
                    <a:pt x="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8">
              <a:extLst>
                <a:ext uri="{FF2B5EF4-FFF2-40B4-BE49-F238E27FC236}">
                  <a16:creationId xmlns:a16="http://schemas.microsoft.com/office/drawing/2014/main" id="{CFACCF72-11CA-A242-AA3F-FA9DB7ECD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50651" y="17353059"/>
              <a:ext cx="61943" cy="57176"/>
            </a:xfrm>
            <a:custGeom>
              <a:avLst/>
              <a:gdLst>
                <a:gd name="T0" fmla="*/ 2 w 16"/>
                <a:gd name="T1" fmla="*/ 15 h 15"/>
                <a:gd name="T2" fmla="*/ 0 w 16"/>
                <a:gd name="T3" fmla="*/ 13 h 15"/>
                <a:gd name="T4" fmla="*/ 14 w 16"/>
                <a:gd name="T5" fmla="*/ 0 h 15"/>
                <a:gd name="T6" fmla="*/ 16 w 16"/>
                <a:gd name="T7" fmla="*/ 2 h 15"/>
                <a:gd name="T8" fmla="*/ 2 w 16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5">
                  <a:moveTo>
                    <a:pt x="2" y="15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4" y="8"/>
                    <a:pt x="9" y="4"/>
                    <a:pt x="14" y="0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1" y="6"/>
                    <a:pt x="7" y="11"/>
                    <a:pt x="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9">
              <a:extLst>
                <a:ext uri="{FF2B5EF4-FFF2-40B4-BE49-F238E27FC236}">
                  <a16:creationId xmlns:a16="http://schemas.microsoft.com/office/drawing/2014/main" id="{3EC9D489-DDDC-E347-99E2-955C1270E1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69768" y="17291116"/>
              <a:ext cx="71472" cy="38118"/>
            </a:xfrm>
            <a:custGeom>
              <a:avLst/>
              <a:gdLst>
                <a:gd name="T0" fmla="*/ 2 w 20"/>
                <a:gd name="T1" fmla="*/ 10 h 10"/>
                <a:gd name="T2" fmla="*/ 0 w 20"/>
                <a:gd name="T3" fmla="*/ 7 h 10"/>
                <a:gd name="T4" fmla="*/ 19 w 20"/>
                <a:gd name="T5" fmla="*/ 0 h 10"/>
                <a:gd name="T6" fmla="*/ 20 w 20"/>
                <a:gd name="T7" fmla="*/ 3 h 10"/>
                <a:gd name="T8" fmla="*/ 2 w 2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0">
                  <a:moveTo>
                    <a:pt x="2" y="1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6" y="4"/>
                    <a:pt x="12" y="1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5"/>
                    <a:pt x="8" y="7"/>
                    <a:pt x="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0">
              <a:extLst>
                <a:ext uri="{FF2B5EF4-FFF2-40B4-BE49-F238E27FC236}">
                  <a16:creationId xmlns:a16="http://schemas.microsoft.com/office/drawing/2014/main" id="{0FD0F05A-28DE-D241-8F4E-E2C35FD859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12709" y="17276824"/>
              <a:ext cx="76235" cy="14296"/>
            </a:xfrm>
            <a:custGeom>
              <a:avLst/>
              <a:gdLst>
                <a:gd name="T0" fmla="*/ 1 w 20"/>
                <a:gd name="T1" fmla="*/ 4 h 4"/>
                <a:gd name="T2" fmla="*/ 0 w 20"/>
                <a:gd name="T3" fmla="*/ 0 h 4"/>
                <a:gd name="T4" fmla="*/ 7 w 20"/>
                <a:gd name="T5" fmla="*/ 0 h 4"/>
                <a:gd name="T6" fmla="*/ 20 w 20"/>
                <a:gd name="T7" fmla="*/ 0 h 4"/>
                <a:gd name="T8" fmla="*/ 20 w 20"/>
                <a:gd name="T9" fmla="*/ 4 h 4"/>
                <a:gd name="T10" fmla="*/ 7 w 20"/>
                <a:gd name="T11" fmla="*/ 4 h 4"/>
                <a:gd name="T12" fmla="*/ 1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5" y="4"/>
                    <a:pt x="3" y="4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408A6CA5-3E37-354A-85FE-230A72DC9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03357" y="17272057"/>
              <a:ext cx="76235" cy="19059"/>
            </a:xfrm>
            <a:custGeom>
              <a:avLst/>
              <a:gdLst>
                <a:gd name="T0" fmla="*/ 2 w 20"/>
                <a:gd name="T1" fmla="*/ 5 h 5"/>
                <a:gd name="T2" fmla="*/ 0 w 20"/>
                <a:gd name="T3" fmla="*/ 5 h 5"/>
                <a:gd name="T4" fmla="*/ 0 w 20"/>
                <a:gd name="T5" fmla="*/ 1 h 5"/>
                <a:gd name="T6" fmla="*/ 2 w 20"/>
                <a:gd name="T7" fmla="*/ 1 h 5"/>
                <a:gd name="T8" fmla="*/ 19 w 20"/>
                <a:gd name="T9" fmla="*/ 0 h 5"/>
                <a:gd name="T10" fmla="*/ 20 w 20"/>
                <a:gd name="T11" fmla="*/ 3 h 5"/>
                <a:gd name="T12" fmla="*/ 2 w 2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">
                  <a:moveTo>
                    <a:pt x="2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8" y="1"/>
                    <a:pt x="14" y="1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4"/>
                    <a:pt x="8" y="5"/>
                    <a:pt x="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2">
              <a:extLst>
                <a:ext uri="{FF2B5EF4-FFF2-40B4-BE49-F238E27FC236}">
                  <a16:creationId xmlns:a16="http://schemas.microsoft.com/office/drawing/2014/main" id="{2EB041C4-D656-424D-AB0D-F6B26806EDB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160416" y="17276824"/>
              <a:ext cx="71472" cy="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3">
              <a:extLst>
                <a:ext uri="{FF2B5EF4-FFF2-40B4-BE49-F238E27FC236}">
                  <a16:creationId xmlns:a16="http://schemas.microsoft.com/office/drawing/2014/main" id="{19E70679-BBB5-9249-9A44-88D16B439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51062" y="17219647"/>
              <a:ext cx="71472" cy="42884"/>
            </a:xfrm>
            <a:custGeom>
              <a:avLst/>
              <a:gdLst>
                <a:gd name="T0" fmla="*/ 1 w 19"/>
                <a:gd name="T1" fmla="*/ 12 h 12"/>
                <a:gd name="T2" fmla="*/ 0 w 19"/>
                <a:gd name="T3" fmla="*/ 9 h 12"/>
                <a:gd name="T4" fmla="*/ 17 w 19"/>
                <a:gd name="T5" fmla="*/ 0 h 12"/>
                <a:gd name="T6" fmla="*/ 19 w 19"/>
                <a:gd name="T7" fmla="*/ 3 h 12"/>
                <a:gd name="T8" fmla="*/ 1 w 19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2">
                  <a:moveTo>
                    <a:pt x="1" y="12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6" y="6"/>
                    <a:pt x="11" y="4"/>
                    <a:pt x="17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3" y="7"/>
                    <a:pt x="7" y="10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EAA50D34-DFD4-054A-92BF-A5895CBA1F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570181" y="17124353"/>
              <a:ext cx="57176" cy="61943"/>
            </a:xfrm>
            <a:custGeom>
              <a:avLst/>
              <a:gdLst>
                <a:gd name="T0" fmla="*/ 2 w 15"/>
                <a:gd name="T1" fmla="*/ 16 h 16"/>
                <a:gd name="T2" fmla="*/ 0 w 15"/>
                <a:gd name="T3" fmla="*/ 14 h 16"/>
                <a:gd name="T4" fmla="*/ 13 w 15"/>
                <a:gd name="T5" fmla="*/ 0 h 16"/>
                <a:gd name="T6" fmla="*/ 15 w 15"/>
                <a:gd name="T7" fmla="*/ 2 h 16"/>
                <a:gd name="T8" fmla="*/ 2 w 15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2" y="16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5" y="9"/>
                    <a:pt x="9" y="5"/>
                    <a:pt x="13" y="0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2" y="7"/>
                    <a:pt x="7" y="12"/>
                    <a:pt x="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C26E4D49-76B6-E34B-B0DB-A34DCE3BD4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655946" y="16995704"/>
              <a:ext cx="33354" cy="71472"/>
            </a:xfrm>
            <a:custGeom>
              <a:avLst/>
              <a:gdLst>
                <a:gd name="T0" fmla="*/ 3 w 9"/>
                <a:gd name="T1" fmla="*/ 20 h 20"/>
                <a:gd name="T2" fmla="*/ 0 w 9"/>
                <a:gd name="T3" fmla="*/ 18 h 20"/>
                <a:gd name="T4" fmla="*/ 6 w 9"/>
                <a:gd name="T5" fmla="*/ 0 h 20"/>
                <a:gd name="T6" fmla="*/ 9 w 9"/>
                <a:gd name="T7" fmla="*/ 1 h 20"/>
                <a:gd name="T8" fmla="*/ 3 w 9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20">
                  <a:moveTo>
                    <a:pt x="3" y="2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2" y="12"/>
                    <a:pt x="5" y="6"/>
                    <a:pt x="6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8" y="7"/>
                    <a:pt x="5" y="14"/>
                    <a:pt x="3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C4A465F-CE4C-BE43-8B2B-4941261AC1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689297" y="16852763"/>
              <a:ext cx="14296" cy="71472"/>
            </a:xfrm>
            <a:custGeom>
              <a:avLst/>
              <a:gdLst>
                <a:gd name="T0" fmla="*/ 4 w 4"/>
                <a:gd name="T1" fmla="*/ 20 h 20"/>
                <a:gd name="T2" fmla="*/ 0 w 4"/>
                <a:gd name="T3" fmla="*/ 19 h 20"/>
                <a:gd name="T4" fmla="*/ 0 w 4"/>
                <a:gd name="T5" fmla="*/ 13 h 20"/>
                <a:gd name="T6" fmla="*/ 0 w 4"/>
                <a:gd name="T7" fmla="*/ 0 h 20"/>
                <a:gd name="T8" fmla="*/ 4 w 4"/>
                <a:gd name="T9" fmla="*/ 0 h 20"/>
                <a:gd name="T10" fmla="*/ 4 w 4"/>
                <a:gd name="T11" fmla="*/ 13 h 20"/>
                <a:gd name="T12" fmla="*/ 4 w 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0">
                  <a:moveTo>
                    <a:pt x="4" y="2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7"/>
                    <a:pt x="0" y="15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5"/>
                    <a:pt x="4" y="17"/>
                    <a:pt x="4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7">
              <a:extLst>
                <a:ext uri="{FF2B5EF4-FFF2-40B4-BE49-F238E27FC236}">
                  <a16:creationId xmlns:a16="http://schemas.microsoft.com/office/drawing/2014/main" id="{8F09B131-72E0-0F4C-ADC5-F16DB3ACB1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6705059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228">
              <a:extLst>
                <a:ext uri="{FF2B5EF4-FFF2-40B4-BE49-F238E27FC236}">
                  <a16:creationId xmlns:a16="http://schemas.microsoft.com/office/drawing/2014/main" id="{EBB7D0C6-B126-0B4A-8A42-8F857922EB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6557351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229">
              <a:extLst>
                <a:ext uri="{FF2B5EF4-FFF2-40B4-BE49-F238E27FC236}">
                  <a16:creationId xmlns:a16="http://schemas.microsoft.com/office/drawing/2014/main" id="{59E4D6A8-5057-4346-BCE4-F96B622875F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6409647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30">
              <a:extLst>
                <a:ext uri="{FF2B5EF4-FFF2-40B4-BE49-F238E27FC236}">
                  <a16:creationId xmlns:a16="http://schemas.microsoft.com/office/drawing/2014/main" id="{595FCE0B-31DF-7E4B-AF56-BF7AC4CE9A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6261940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231">
              <a:extLst>
                <a:ext uri="{FF2B5EF4-FFF2-40B4-BE49-F238E27FC236}">
                  <a16:creationId xmlns:a16="http://schemas.microsoft.com/office/drawing/2014/main" id="{53DA9894-21EA-DB49-BDC8-757B56E55F8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6118998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232">
              <a:extLst>
                <a:ext uri="{FF2B5EF4-FFF2-40B4-BE49-F238E27FC236}">
                  <a16:creationId xmlns:a16="http://schemas.microsoft.com/office/drawing/2014/main" id="{64CFFE32-2C4E-AE43-82E1-D0880454E78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5971294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33">
              <a:extLst>
                <a:ext uri="{FF2B5EF4-FFF2-40B4-BE49-F238E27FC236}">
                  <a16:creationId xmlns:a16="http://schemas.microsoft.com/office/drawing/2014/main" id="{F2695D87-076D-0349-98D2-59F1FEE44A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5828353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4">
              <a:extLst>
                <a:ext uri="{FF2B5EF4-FFF2-40B4-BE49-F238E27FC236}">
                  <a16:creationId xmlns:a16="http://schemas.microsoft.com/office/drawing/2014/main" id="{A59AD182-D493-E344-98AE-EAEC848B53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5680646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235">
              <a:extLst>
                <a:ext uri="{FF2B5EF4-FFF2-40B4-BE49-F238E27FC236}">
                  <a16:creationId xmlns:a16="http://schemas.microsoft.com/office/drawing/2014/main" id="{DDE290F5-9AB9-CE4F-9D19-7E9F7EC9D3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5532941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6">
              <a:extLst>
                <a:ext uri="{FF2B5EF4-FFF2-40B4-BE49-F238E27FC236}">
                  <a16:creationId xmlns:a16="http://schemas.microsoft.com/office/drawing/2014/main" id="{8EB4D426-AD24-D646-A290-9E6B4769D13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5385234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7">
              <a:extLst>
                <a:ext uri="{FF2B5EF4-FFF2-40B4-BE49-F238E27FC236}">
                  <a16:creationId xmlns:a16="http://schemas.microsoft.com/office/drawing/2014/main" id="{D7E9F611-C0F9-CC4C-BE06-F3D81DD79E2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689297" y="15237529"/>
              <a:ext cx="14296" cy="762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51C60DFA-AB43-3E43-8868-2A26025C2C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698826" y="15089822"/>
              <a:ext cx="28588" cy="76235"/>
            </a:xfrm>
            <a:custGeom>
              <a:avLst/>
              <a:gdLst>
                <a:gd name="T0" fmla="*/ 3 w 8"/>
                <a:gd name="T1" fmla="*/ 20 h 20"/>
                <a:gd name="T2" fmla="*/ 0 w 8"/>
                <a:gd name="T3" fmla="*/ 20 h 20"/>
                <a:gd name="T4" fmla="*/ 4 w 8"/>
                <a:gd name="T5" fmla="*/ 0 h 20"/>
                <a:gd name="T6" fmla="*/ 8 w 8"/>
                <a:gd name="T7" fmla="*/ 2 h 20"/>
                <a:gd name="T8" fmla="*/ 3 w 8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0">
                  <a:moveTo>
                    <a:pt x="3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13"/>
                    <a:pt x="2" y="7"/>
                    <a:pt x="4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5" y="8"/>
                    <a:pt x="4" y="14"/>
                    <a:pt x="3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9">
              <a:extLst>
                <a:ext uri="{FF2B5EF4-FFF2-40B4-BE49-F238E27FC236}">
                  <a16:creationId xmlns:a16="http://schemas.microsoft.com/office/drawing/2014/main" id="{2D58AED8-C2F6-D04B-B22D-985612131F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46474" y="14965940"/>
              <a:ext cx="52413" cy="66706"/>
            </a:xfrm>
            <a:custGeom>
              <a:avLst/>
              <a:gdLst>
                <a:gd name="T0" fmla="*/ 3 w 14"/>
                <a:gd name="T1" fmla="*/ 17 h 17"/>
                <a:gd name="T2" fmla="*/ 0 w 14"/>
                <a:gd name="T3" fmla="*/ 16 h 17"/>
                <a:gd name="T4" fmla="*/ 11 w 14"/>
                <a:gd name="T5" fmla="*/ 0 h 17"/>
                <a:gd name="T6" fmla="*/ 14 w 14"/>
                <a:gd name="T7" fmla="*/ 2 h 17"/>
                <a:gd name="T8" fmla="*/ 3 w 14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3" y="17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3" y="10"/>
                    <a:pt x="7" y="5"/>
                    <a:pt x="11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0" y="7"/>
                    <a:pt x="6" y="12"/>
                    <a:pt x="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637E2BD-C9B0-BE46-8730-3AB05A912F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846534" y="14875412"/>
              <a:ext cx="66706" cy="52413"/>
            </a:xfrm>
            <a:custGeom>
              <a:avLst/>
              <a:gdLst>
                <a:gd name="T0" fmla="*/ 2 w 18"/>
                <a:gd name="T1" fmla="*/ 13 h 13"/>
                <a:gd name="T2" fmla="*/ 0 w 18"/>
                <a:gd name="T3" fmla="*/ 10 h 13"/>
                <a:gd name="T4" fmla="*/ 17 w 18"/>
                <a:gd name="T5" fmla="*/ 0 h 13"/>
                <a:gd name="T6" fmla="*/ 18 w 18"/>
                <a:gd name="T7" fmla="*/ 3 h 13"/>
                <a:gd name="T8" fmla="*/ 2 w 1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2" y="13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5" y="6"/>
                    <a:pt x="11" y="3"/>
                    <a:pt x="17" y="0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2" y="6"/>
                    <a:pt x="7" y="9"/>
                    <a:pt x="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571B5C4E-95AC-DE4E-8725-A49CA40055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79946" y="14837294"/>
              <a:ext cx="71472" cy="23825"/>
            </a:xfrm>
            <a:custGeom>
              <a:avLst/>
              <a:gdLst>
                <a:gd name="T0" fmla="*/ 1 w 20"/>
                <a:gd name="T1" fmla="*/ 7 h 7"/>
                <a:gd name="T2" fmla="*/ 0 w 20"/>
                <a:gd name="T3" fmla="*/ 4 h 7"/>
                <a:gd name="T4" fmla="*/ 19 w 20"/>
                <a:gd name="T5" fmla="*/ 0 h 7"/>
                <a:gd name="T6" fmla="*/ 20 w 20"/>
                <a:gd name="T7" fmla="*/ 4 h 7"/>
                <a:gd name="T8" fmla="*/ 1 w 2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7">
                  <a:moveTo>
                    <a:pt x="1" y="7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6" y="2"/>
                    <a:pt x="13" y="1"/>
                    <a:pt x="19" y="0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3" y="4"/>
                    <a:pt x="7" y="5"/>
                    <a:pt x="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42">
              <a:extLst>
                <a:ext uri="{FF2B5EF4-FFF2-40B4-BE49-F238E27FC236}">
                  <a16:creationId xmlns:a16="http://schemas.microsoft.com/office/drawing/2014/main" id="{ED48D0A7-FA6E-1E4F-9C8A-EDEAC70DD5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566003" y="14837294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43">
              <a:extLst>
                <a:ext uri="{FF2B5EF4-FFF2-40B4-BE49-F238E27FC236}">
                  <a16:creationId xmlns:a16="http://schemas.microsoft.com/office/drawing/2014/main" id="{0C5880C1-A06C-A344-9150-2CA09F2E964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418299" y="14837294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244">
              <a:extLst>
                <a:ext uri="{FF2B5EF4-FFF2-40B4-BE49-F238E27FC236}">
                  <a16:creationId xmlns:a16="http://schemas.microsoft.com/office/drawing/2014/main" id="{A9D53892-B301-8F48-91B4-F3BD753AC09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270591" y="14837294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45">
              <a:extLst>
                <a:ext uri="{FF2B5EF4-FFF2-40B4-BE49-F238E27FC236}">
                  <a16:creationId xmlns:a16="http://schemas.microsoft.com/office/drawing/2014/main" id="{CB6463CE-0309-914C-A894-5384B2460E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122887" y="14837294"/>
              <a:ext cx="71472" cy="9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6">
              <a:extLst>
                <a:ext uri="{FF2B5EF4-FFF2-40B4-BE49-F238E27FC236}">
                  <a16:creationId xmlns:a16="http://schemas.microsoft.com/office/drawing/2014/main" id="{8C86C419-EA8F-614F-B7E3-17910197B6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708944" y="14813469"/>
              <a:ext cx="76235" cy="28588"/>
            </a:xfrm>
            <a:custGeom>
              <a:avLst/>
              <a:gdLst>
                <a:gd name="T0" fmla="*/ 1 w 20"/>
                <a:gd name="T1" fmla="*/ 8 h 8"/>
                <a:gd name="T2" fmla="*/ 0 w 20"/>
                <a:gd name="T3" fmla="*/ 5 h 8"/>
                <a:gd name="T4" fmla="*/ 19 w 20"/>
                <a:gd name="T5" fmla="*/ 0 h 8"/>
                <a:gd name="T6" fmla="*/ 20 w 20"/>
                <a:gd name="T7" fmla="*/ 3 h 8"/>
                <a:gd name="T8" fmla="*/ 1 w 2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8">
                  <a:moveTo>
                    <a:pt x="1" y="8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7" y="4"/>
                    <a:pt x="13" y="2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6"/>
                    <a:pt x="7" y="7"/>
                    <a:pt x="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7">
              <a:extLst>
                <a:ext uri="{FF2B5EF4-FFF2-40B4-BE49-F238E27FC236}">
                  <a16:creationId xmlns:a16="http://schemas.microsoft.com/office/drawing/2014/main" id="{CCEA1113-B32A-7C41-87E9-EFF8A2D2C6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47122" y="14742000"/>
              <a:ext cx="66706" cy="52413"/>
            </a:xfrm>
            <a:custGeom>
              <a:avLst/>
              <a:gdLst>
                <a:gd name="T0" fmla="*/ 2 w 18"/>
                <a:gd name="T1" fmla="*/ 14 h 14"/>
                <a:gd name="T2" fmla="*/ 0 w 18"/>
                <a:gd name="T3" fmla="*/ 11 h 14"/>
                <a:gd name="T4" fmla="*/ 16 w 18"/>
                <a:gd name="T5" fmla="*/ 0 h 14"/>
                <a:gd name="T6" fmla="*/ 18 w 18"/>
                <a:gd name="T7" fmla="*/ 3 h 14"/>
                <a:gd name="T8" fmla="*/ 2 w 18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2" y="14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6" y="8"/>
                    <a:pt x="11" y="4"/>
                    <a:pt x="16" y="0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7"/>
                    <a:pt x="8" y="11"/>
                    <a:pt x="2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8">
              <a:extLst>
                <a:ext uri="{FF2B5EF4-FFF2-40B4-BE49-F238E27FC236}">
                  <a16:creationId xmlns:a16="http://schemas.microsoft.com/office/drawing/2014/main" id="{615B4A6C-05B4-FF4E-BAEB-37C72120A5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956709" y="14627647"/>
              <a:ext cx="47647" cy="66706"/>
            </a:xfrm>
            <a:custGeom>
              <a:avLst/>
              <a:gdLst>
                <a:gd name="T0" fmla="*/ 2 w 13"/>
                <a:gd name="T1" fmla="*/ 18 h 18"/>
                <a:gd name="T2" fmla="*/ 0 w 13"/>
                <a:gd name="T3" fmla="*/ 16 h 18"/>
                <a:gd name="T4" fmla="*/ 10 w 13"/>
                <a:gd name="T5" fmla="*/ 0 h 18"/>
                <a:gd name="T6" fmla="*/ 13 w 13"/>
                <a:gd name="T7" fmla="*/ 2 h 18"/>
                <a:gd name="T8" fmla="*/ 2 w 13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2" y="18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4" y="11"/>
                    <a:pt x="7" y="6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7"/>
                    <a:pt x="6" y="13"/>
                    <a:pt x="2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9">
              <a:extLst>
                <a:ext uri="{FF2B5EF4-FFF2-40B4-BE49-F238E27FC236}">
                  <a16:creationId xmlns:a16="http://schemas.microsoft.com/office/drawing/2014/main" id="{C56908E6-67BB-8E4C-8AA6-4EFD4F8882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18652" y="14494235"/>
              <a:ext cx="28588" cy="71472"/>
            </a:xfrm>
            <a:custGeom>
              <a:avLst/>
              <a:gdLst>
                <a:gd name="T0" fmla="*/ 3 w 7"/>
                <a:gd name="T1" fmla="*/ 19 h 19"/>
                <a:gd name="T2" fmla="*/ 0 w 7"/>
                <a:gd name="T3" fmla="*/ 18 h 19"/>
                <a:gd name="T4" fmla="*/ 4 w 7"/>
                <a:gd name="T5" fmla="*/ 0 h 19"/>
                <a:gd name="T6" fmla="*/ 7 w 7"/>
                <a:gd name="T7" fmla="*/ 0 h 19"/>
                <a:gd name="T8" fmla="*/ 3 w 7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9">
                  <a:moveTo>
                    <a:pt x="3" y="19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2" y="12"/>
                    <a:pt x="3" y="6"/>
                    <a:pt x="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6"/>
                    <a:pt x="5" y="13"/>
                    <a:pt x="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250">
              <a:extLst>
                <a:ext uri="{FF2B5EF4-FFF2-40B4-BE49-F238E27FC236}">
                  <a16:creationId xmlns:a16="http://schemas.microsoft.com/office/drawing/2014/main" id="{44C53E34-6A2F-7942-BC7D-E26B4D843C1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7032944" y="14346528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251">
              <a:extLst>
                <a:ext uri="{FF2B5EF4-FFF2-40B4-BE49-F238E27FC236}">
                  <a16:creationId xmlns:a16="http://schemas.microsoft.com/office/drawing/2014/main" id="{19910163-5E67-B744-B836-BAF9E4EB19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7032944" y="14198824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252">
              <a:extLst>
                <a:ext uri="{FF2B5EF4-FFF2-40B4-BE49-F238E27FC236}">
                  <a16:creationId xmlns:a16="http://schemas.microsoft.com/office/drawing/2014/main" id="{783B91D2-FD8D-3B4A-94A8-1419E2CB9E7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7032944" y="14051116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253">
              <a:extLst>
                <a:ext uri="{FF2B5EF4-FFF2-40B4-BE49-F238E27FC236}">
                  <a16:creationId xmlns:a16="http://schemas.microsoft.com/office/drawing/2014/main" id="{2FC12B7F-1CDD-8447-B205-57759026CD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7032944" y="13908175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254">
              <a:extLst>
                <a:ext uri="{FF2B5EF4-FFF2-40B4-BE49-F238E27FC236}">
                  <a16:creationId xmlns:a16="http://schemas.microsoft.com/office/drawing/2014/main" id="{3731A426-11FA-3241-9290-6C58D3206E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7032944" y="13760471"/>
              <a:ext cx="14296" cy="71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Rectangle 389">
              <a:extLst>
                <a:ext uri="{FF2B5EF4-FFF2-40B4-BE49-F238E27FC236}">
                  <a16:creationId xmlns:a16="http://schemas.microsoft.com/office/drawing/2014/main" id="{625614CC-8B54-EC4C-A2BD-564A3C962C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650591" y="20535882"/>
              <a:ext cx="9529" cy="381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6" name="Oval 65">
            <a:extLst>
              <a:ext uri="{FF2B5EF4-FFF2-40B4-BE49-F238E27FC236}">
                <a16:creationId xmlns:a16="http://schemas.microsoft.com/office/drawing/2014/main" id="{72852F5A-7364-8449-8A17-A3DB374E0D4A}"/>
              </a:ext>
            </a:extLst>
          </p:cNvPr>
          <p:cNvSpPr/>
          <p:nvPr/>
        </p:nvSpPr>
        <p:spPr>
          <a:xfrm>
            <a:off x="6555091" y="1758861"/>
            <a:ext cx="365294" cy="365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69" name="Teardrop 68">
            <a:extLst>
              <a:ext uri="{FF2B5EF4-FFF2-40B4-BE49-F238E27FC236}">
                <a16:creationId xmlns:a16="http://schemas.microsoft.com/office/drawing/2014/main" id="{C7C0534B-171E-7740-BCD3-B431DBB0DEF7}"/>
              </a:ext>
            </a:extLst>
          </p:cNvPr>
          <p:cNvSpPr/>
          <p:nvPr/>
        </p:nvSpPr>
        <p:spPr>
          <a:xfrm rot="8100000">
            <a:off x="6407387" y="1684459"/>
            <a:ext cx="745215" cy="745215"/>
          </a:xfrm>
          <a:prstGeom prst="teardrop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2" name="Teardrop 71">
            <a:extLst>
              <a:ext uri="{FF2B5EF4-FFF2-40B4-BE49-F238E27FC236}">
                <a16:creationId xmlns:a16="http://schemas.microsoft.com/office/drawing/2014/main" id="{4117FD5B-16A2-1E4F-A25B-183B8D633F80}"/>
              </a:ext>
            </a:extLst>
          </p:cNvPr>
          <p:cNvSpPr/>
          <p:nvPr/>
        </p:nvSpPr>
        <p:spPr>
          <a:xfrm rot="8100000">
            <a:off x="3676388" y="4261061"/>
            <a:ext cx="745215" cy="745215"/>
          </a:xfrm>
          <a:prstGeom prst="teardrop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1131BB68-E994-5842-B604-A74EDF765AB9}"/>
              </a:ext>
            </a:extLst>
          </p:cNvPr>
          <p:cNvSpPr>
            <a:spLocks noEditPoints="1"/>
          </p:cNvSpPr>
          <p:nvPr/>
        </p:nvSpPr>
        <p:spPr bwMode="auto">
          <a:xfrm>
            <a:off x="3849446" y="4471238"/>
            <a:ext cx="418286" cy="313715"/>
          </a:xfrm>
          <a:custGeom>
            <a:avLst/>
            <a:gdLst/>
            <a:ahLst/>
            <a:cxnLst>
              <a:cxn ang="0">
                <a:pos x="168" y="126"/>
              </a:cxn>
              <a:cxn ang="0">
                <a:pos x="0" y="126"/>
              </a:cxn>
              <a:cxn ang="0">
                <a:pos x="0" y="0"/>
              </a:cxn>
              <a:cxn ang="0">
                <a:pos x="10" y="0"/>
              </a:cxn>
              <a:cxn ang="0">
                <a:pos x="10" y="115"/>
              </a:cxn>
              <a:cxn ang="0">
                <a:pos x="168" y="115"/>
              </a:cxn>
              <a:cxn ang="0">
                <a:pos x="168" y="126"/>
              </a:cxn>
              <a:cxn ang="0">
                <a:pos x="54" y="104"/>
              </a:cxn>
              <a:cxn ang="0">
                <a:pos x="32" y="104"/>
              </a:cxn>
              <a:cxn ang="0">
                <a:pos x="32" y="63"/>
              </a:cxn>
              <a:cxn ang="0">
                <a:pos x="54" y="63"/>
              </a:cxn>
              <a:cxn ang="0">
                <a:pos x="54" y="104"/>
              </a:cxn>
              <a:cxn ang="0">
                <a:pos x="84" y="104"/>
              </a:cxn>
              <a:cxn ang="0">
                <a:pos x="64" y="104"/>
              </a:cxn>
              <a:cxn ang="0">
                <a:pos x="64" y="19"/>
              </a:cxn>
              <a:cxn ang="0">
                <a:pos x="84" y="19"/>
              </a:cxn>
              <a:cxn ang="0">
                <a:pos x="84" y="104"/>
              </a:cxn>
              <a:cxn ang="0">
                <a:pos x="116" y="104"/>
              </a:cxn>
              <a:cxn ang="0">
                <a:pos x="95" y="104"/>
              </a:cxn>
              <a:cxn ang="0">
                <a:pos x="95" y="41"/>
              </a:cxn>
              <a:cxn ang="0">
                <a:pos x="116" y="41"/>
              </a:cxn>
              <a:cxn ang="0">
                <a:pos x="116" y="104"/>
              </a:cxn>
              <a:cxn ang="0">
                <a:pos x="147" y="104"/>
              </a:cxn>
              <a:cxn ang="0">
                <a:pos x="127" y="104"/>
              </a:cxn>
              <a:cxn ang="0">
                <a:pos x="127" y="9"/>
              </a:cxn>
              <a:cxn ang="0">
                <a:pos x="147" y="9"/>
              </a:cxn>
              <a:cxn ang="0">
                <a:pos x="147" y="104"/>
              </a:cxn>
            </a:cxnLst>
            <a:rect l="0" t="0" r="r" b="b"/>
            <a:pathLst>
              <a:path w="168" h="126">
                <a:moveTo>
                  <a:pt x="168" y="126"/>
                </a:moveTo>
                <a:lnTo>
                  <a:pt x="0" y="126"/>
                </a:lnTo>
                <a:lnTo>
                  <a:pt x="0" y="0"/>
                </a:lnTo>
                <a:lnTo>
                  <a:pt x="10" y="0"/>
                </a:lnTo>
                <a:lnTo>
                  <a:pt x="10" y="115"/>
                </a:lnTo>
                <a:lnTo>
                  <a:pt x="168" y="115"/>
                </a:lnTo>
                <a:lnTo>
                  <a:pt x="168" y="126"/>
                </a:lnTo>
                <a:close/>
                <a:moveTo>
                  <a:pt x="54" y="104"/>
                </a:moveTo>
                <a:lnTo>
                  <a:pt x="32" y="104"/>
                </a:lnTo>
                <a:lnTo>
                  <a:pt x="32" y="63"/>
                </a:lnTo>
                <a:lnTo>
                  <a:pt x="54" y="63"/>
                </a:lnTo>
                <a:lnTo>
                  <a:pt x="54" y="104"/>
                </a:lnTo>
                <a:close/>
                <a:moveTo>
                  <a:pt x="84" y="104"/>
                </a:moveTo>
                <a:lnTo>
                  <a:pt x="64" y="104"/>
                </a:lnTo>
                <a:lnTo>
                  <a:pt x="64" y="19"/>
                </a:lnTo>
                <a:lnTo>
                  <a:pt x="84" y="19"/>
                </a:lnTo>
                <a:lnTo>
                  <a:pt x="84" y="104"/>
                </a:lnTo>
                <a:close/>
                <a:moveTo>
                  <a:pt x="116" y="104"/>
                </a:moveTo>
                <a:lnTo>
                  <a:pt x="95" y="104"/>
                </a:lnTo>
                <a:lnTo>
                  <a:pt x="95" y="41"/>
                </a:lnTo>
                <a:lnTo>
                  <a:pt x="116" y="41"/>
                </a:lnTo>
                <a:lnTo>
                  <a:pt x="116" y="104"/>
                </a:lnTo>
                <a:close/>
                <a:moveTo>
                  <a:pt x="147" y="104"/>
                </a:moveTo>
                <a:lnTo>
                  <a:pt x="127" y="104"/>
                </a:lnTo>
                <a:lnTo>
                  <a:pt x="127" y="9"/>
                </a:lnTo>
                <a:lnTo>
                  <a:pt x="147" y="9"/>
                </a:lnTo>
                <a:lnTo>
                  <a:pt x="147" y="10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677047-2CC2-EB43-BECA-E0AD27CB70D4}"/>
              </a:ext>
            </a:extLst>
          </p:cNvPr>
          <p:cNvSpPr txBox="1"/>
          <p:nvPr/>
        </p:nvSpPr>
        <p:spPr>
          <a:xfrm>
            <a:off x="7365471" y="1608962"/>
            <a:ext cx="30564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Statistical analyses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1423619-3E47-6748-A6E8-B24AF5C0C8FE}"/>
              </a:ext>
            </a:extLst>
          </p:cNvPr>
          <p:cNvSpPr txBox="1"/>
          <p:nvPr/>
        </p:nvSpPr>
        <p:spPr>
          <a:xfrm flipH="1">
            <a:off x="7365471" y="2693515"/>
            <a:ext cx="3860295" cy="443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Investigating different distributions on tables</a:t>
            </a:r>
          </a:p>
          <a:p>
            <a:pPr>
              <a:lnSpc>
                <a:spcPct val="125000"/>
              </a:lnSpc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then analyzing different plots to get more insights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48CC35-832B-A74D-BBDF-C9696AA41C77}"/>
              </a:ext>
            </a:extLst>
          </p:cNvPr>
          <p:cNvSpPr txBox="1"/>
          <p:nvPr/>
        </p:nvSpPr>
        <p:spPr>
          <a:xfrm>
            <a:off x="7365471" y="2368999"/>
            <a:ext cx="12439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vi-VN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201</a:t>
            </a:r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9</a:t>
            </a:r>
            <a:r>
              <a:rPr lang="vi-VN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- 20</a:t>
            </a:r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24</a:t>
            </a:r>
            <a:endParaRPr lang="vi-VN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A23BE5-625E-8544-AB33-30ABCE40642D}"/>
              </a:ext>
            </a:extLst>
          </p:cNvPr>
          <p:cNvSpPr txBox="1"/>
          <p:nvPr/>
        </p:nvSpPr>
        <p:spPr>
          <a:xfrm>
            <a:off x="1438933" y="4482233"/>
            <a:ext cx="210545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Hypothesis tests</a:t>
            </a:r>
            <a:endParaRPr lang="vi-VN" sz="2000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28D50A-1816-B84E-A377-C67766AD1EC5}"/>
              </a:ext>
            </a:extLst>
          </p:cNvPr>
          <p:cNvSpPr txBox="1"/>
          <p:nvPr/>
        </p:nvSpPr>
        <p:spPr>
          <a:xfrm flipH="1">
            <a:off x="785133" y="4870820"/>
            <a:ext cx="2976364" cy="2128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Curiosity made us to explore new things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36117-5BBB-954A-A98B-FCA0B9DEC1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FA34F4C1-738B-874D-A550-D45051D248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958F45C2-A470-3A4F-AF62-E3538C1C9B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BF721D-221F-4013-61D1-E7288CE3CA74}"/>
              </a:ext>
            </a:extLst>
          </p:cNvPr>
          <p:cNvSpPr txBox="1"/>
          <p:nvPr/>
        </p:nvSpPr>
        <p:spPr>
          <a:xfrm>
            <a:off x="7328381" y="1989493"/>
            <a:ext cx="229550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vi-VN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Descriptive statistics</a:t>
            </a:r>
          </a:p>
        </p:txBody>
      </p:sp>
      <p:sp>
        <p:nvSpPr>
          <p:cNvPr id="71" name="Shape 5491">
            <a:extLst>
              <a:ext uri="{FF2B5EF4-FFF2-40B4-BE49-F238E27FC236}">
                <a16:creationId xmlns:a16="http://schemas.microsoft.com/office/drawing/2014/main" id="{812A5832-C4E4-E628-2177-E40B791DC1BB}"/>
              </a:ext>
            </a:extLst>
          </p:cNvPr>
          <p:cNvSpPr/>
          <p:nvPr/>
        </p:nvSpPr>
        <p:spPr>
          <a:xfrm>
            <a:off x="6548943" y="1832727"/>
            <a:ext cx="450656" cy="383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176" y="21228"/>
                </a:moveTo>
                <a:cubicBezTo>
                  <a:pt x="3176" y="21228"/>
                  <a:pt x="3176" y="21600"/>
                  <a:pt x="2859" y="21600"/>
                </a:cubicBezTo>
                <a:cubicBezTo>
                  <a:pt x="635" y="21600"/>
                  <a:pt x="635" y="21600"/>
                  <a:pt x="635" y="21600"/>
                </a:cubicBezTo>
                <a:cubicBezTo>
                  <a:pt x="318" y="21600"/>
                  <a:pt x="0" y="21228"/>
                  <a:pt x="0" y="21228"/>
                </a:cubicBezTo>
                <a:cubicBezTo>
                  <a:pt x="0" y="18248"/>
                  <a:pt x="0" y="18248"/>
                  <a:pt x="0" y="18248"/>
                </a:cubicBezTo>
                <a:cubicBezTo>
                  <a:pt x="0" y="18248"/>
                  <a:pt x="318" y="17876"/>
                  <a:pt x="635" y="17876"/>
                </a:cubicBezTo>
                <a:cubicBezTo>
                  <a:pt x="2859" y="17876"/>
                  <a:pt x="2859" y="17876"/>
                  <a:pt x="2859" y="17876"/>
                </a:cubicBezTo>
                <a:cubicBezTo>
                  <a:pt x="3176" y="17876"/>
                  <a:pt x="3176" y="18248"/>
                  <a:pt x="3176" y="18248"/>
                </a:cubicBezTo>
                <a:lnTo>
                  <a:pt x="3176" y="21228"/>
                </a:lnTo>
                <a:close/>
                <a:moveTo>
                  <a:pt x="7941" y="21228"/>
                </a:moveTo>
                <a:cubicBezTo>
                  <a:pt x="7941" y="21228"/>
                  <a:pt x="7624" y="21600"/>
                  <a:pt x="7624" y="21600"/>
                </a:cubicBezTo>
                <a:cubicBezTo>
                  <a:pt x="5082" y="21600"/>
                  <a:pt x="5082" y="21600"/>
                  <a:pt x="5082" y="21600"/>
                </a:cubicBezTo>
                <a:cubicBezTo>
                  <a:pt x="5082" y="21600"/>
                  <a:pt x="4765" y="21228"/>
                  <a:pt x="4765" y="21228"/>
                </a:cubicBezTo>
                <a:cubicBezTo>
                  <a:pt x="4765" y="16386"/>
                  <a:pt x="4765" y="16386"/>
                  <a:pt x="4765" y="16386"/>
                </a:cubicBezTo>
                <a:cubicBezTo>
                  <a:pt x="4765" y="16386"/>
                  <a:pt x="5082" y="16014"/>
                  <a:pt x="5082" y="16014"/>
                </a:cubicBezTo>
                <a:cubicBezTo>
                  <a:pt x="7624" y="16014"/>
                  <a:pt x="7624" y="16014"/>
                  <a:pt x="7624" y="16014"/>
                </a:cubicBezTo>
                <a:cubicBezTo>
                  <a:pt x="7624" y="16014"/>
                  <a:pt x="7941" y="16386"/>
                  <a:pt x="7941" y="16386"/>
                </a:cubicBezTo>
                <a:lnTo>
                  <a:pt x="7941" y="21228"/>
                </a:lnTo>
                <a:close/>
                <a:moveTo>
                  <a:pt x="12388" y="21228"/>
                </a:moveTo>
                <a:cubicBezTo>
                  <a:pt x="12388" y="21228"/>
                  <a:pt x="12388" y="21600"/>
                  <a:pt x="12071" y="21600"/>
                </a:cubicBezTo>
                <a:cubicBezTo>
                  <a:pt x="9847" y="21600"/>
                  <a:pt x="9847" y="21600"/>
                  <a:pt x="9847" y="21600"/>
                </a:cubicBezTo>
                <a:cubicBezTo>
                  <a:pt x="9529" y="21600"/>
                  <a:pt x="9529" y="21228"/>
                  <a:pt x="9529" y="21228"/>
                </a:cubicBezTo>
                <a:cubicBezTo>
                  <a:pt x="9529" y="13034"/>
                  <a:pt x="9529" y="13034"/>
                  <a:pt x="9529" y="13034"/>
                </a:cubicBezTo>
                <a:cubicBezTo>
                  <a:pt x="9529" y="12662"/>
                  <a:pt x="9529" y="12662"/>
                  <a:pt x="9847" y="12662"/>
                </a:cubicBezTo>
                <a:cubicBezTo>
                  <a:pt x="12071" y="12662"/>
                  <a:pt x="12071" y="12662"/>
                  <a:pt x="12071" y="12662"/>
                </a:cubicBezTo>
                <a:cubicBezTo>
                  <a:pt x="12388" y="12662"/>
                  <a:pt x="12388" y="12662"/>
                  <a:pt x="12388" y="13034"/>
                </a:cubicBezTo>
                <a:lnTo>
                  <a:pt x="12388" y="21228"/>
                </a:lnTo>
                <a:close/>
                <a:moveTo>
                  <a:pt x="17153" y="21228"/>
                </a:moveTo>
                <a:cubicBezTo>
                  <a:pt x="17153" y="21228"/>
                  <a:pt x="16835" y="21600"/>
                  <a:pt x="16835" y="21600"/>
                </a:cubicBezTo>
                <a:cubicBezTo>
                  <a:pt x="14294" y="21600"/>
                  <a:pt x="14294" y="21600"/>
                  <a:pt x="14294" y="21600"/>
                </a:cubicBezTo>
                <a:cubicBezTo>
                  <a:pt x="14294" y="21600"/>
                  <a:pt x="13976" y="21228"/>
                  <a:pt x="13976" y="21228"/>
                </a:cubicBezTo>
                <a:cubicBezTo>
                  <a:pt x="13976" y="7448"/>
                  <a:pt x="13976" y="7448"/>
                  <a:pt x="13976" y="7448"/>
                </a:cubicBezTo>
                <a:cubicBezTo>
                  <a:pt x="13976" y="7448"/>
                  <a:pt x="14294" y="7076"/>
                  <a:pt x="14294" y="7076"/>
                </a:cubicBezTo>
                <a:cubicBezTo>
                  <a:pt x="16835" y="7076"/>
                  <a:pt x="16835" y="7076"/>
                  <a:pt x="16835" y="7076"/>
                </a:cubicBezTo>
                <a:cubicBezTo>
                  <a:pt x="16835" y="7076"/>
                  <a:pt x="17153" y="7448"/>
                  <a:pt x="17153" y="7448"/>
                </a:cubicBezTo>
                <a:lnTo>
                  <a:pt x="17153" y="21228"/>
                </a:lnTo>
                <a:close/>
                <a:moveTo>
                  <a:pt x="21600" y="21228"/>
                </a:moveTo>
                <a:cubicBezTo>
                  <a:pt x="21600" y="21228"/>
                  <a:pt x="21600" y="21600"/>
                  <a:pt x="21282" y="21600"/>
                </a:cubicBezTo>
                <a:cubicBezTo>
                  <a:pt x="19059" y="21600"/>
                  <a:pt x="19059" y="21600"/>
                  <a:pt x="19059" y="21600"/>
                </a:cubicBezTo>
                <a:cubicBezTo>
                  <a:pt x="18741" y="21600"/>
                  <a:pt x="18741" y="21228"/>
                  <a:pt x="18741" y="21228"/>
                </a:cubicBezTo>
                <a:cubicBezTo>
                  <a:pt x="18741" y="372"/>
                  <a:pt x="18741" y="372"/>
                  <a:pt x="18741" y="372"/>
                </a:cubicBezTo>
                <a:cubicBezTo>
                  <a:pt x="18741" y="0"/>
                  <a:pt x="18741" y="0"/>
                  <a:pt x="19059" y="0"/>
                </a:cubicBezTo>
                <a:cubicBezTo>
                  <a:pt x="21282" y="0"/>
                  <a:pt x="21282" y="0"/>
                  <a:pt x="21282" y="0"/>
                </a:cubicBezTo>
                <a:cubicBezTo>
                  <a:pt x="21600" y="0"/>
                  <a:pt x="21600" y="0"/>
                  <a:pt x="21600" y="372"/>
                </a:cubicBezTo>
                <a:lnTo>
                  <a:pt x="21600" y="2122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lvl="0" algn="l" defTabSz="457200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D3E581-9E40-18F4-4ED2-47A1BDD19829}"/>
              </a:ext>
            </a:extLst>
          </p:cNvPr>
          <p:cNvSpPr/>
          <p:nvPr/>
        </p:nvSpPr>
        <p:spPr>
          <a:xfrm>
            <a:off x="5173328" y="3694234"/>
            <a:ext cx="6844501" cy="29779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3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28285-2FBB-6E28-B43D-80716485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6DEA13-89F3-EBCD-BC6F-632776C68E2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100000">
                <a:schemeClr val="accent4">
                  <a:alpha val="60000"/>
                </a:schemeClr>
              </a:gs>
              <a:gs pos="0">
                <a:schemeClr val="accent1">
                  <a:alpha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04E5C60-4EED-D0AA-AD3B-69203A121B19}"/>
              </a:ext>
            </a:extLst>
          </p:cNvPr>
          <p:cNvSpPr/>
          <p:nvPr/>
        </p:nvSpPr>
        <p:spPr>
          <a:xfrm>
            <a:off x="6991643" y="823633"/>
            <a:ext cx="2206145" cy="1305963"/>
          </a:xfrm>
          <a:custGeom>
            <a:avLst/>
            <a:gdLst>
              <a:gd name="connsiteX0" fmla="*/ 191987 w 2355463"/>
              <a:gd name="connsiteY0" fmla="*/ 0 h 1394354"/>
              <a:gd name="connsiteX1" fmla="*/ 2188116 w 2355463"/>
              <a:gd name="connsiteY1" fmla="*/ 0 h 1394354"/>
              <a:gd name="connsiteX2" fmla="*/ 2355463 w 2355463"/>
              <a:gd name="connsiteY2" fmla="*/ 167347 h 1394354"/>
              <a:gd name="connsiteX3" fmla="*/ 2355463 w 2355463"/>
              <a:gd name="connsiteY3" fmla="*/ 1051853 h 1394354"/>
              <a:gd name="connsiteX4" fmla="*/ 2188116 w 2355463"/>
              <a:gd name="connsiteY4" fmla="*/ 1219200 h 1394354"/>
              <a:gd name="connsiteX5" fmla="*/ 429125 w 2355463"/>
              <a:gd name="connsiteY5" fmla="*/ 1219200 h 1394354"/>
              <a:gd name="connsiteX6" fmla="*/ 0 w 2355463"/>
              <a:gd name="connsiteY6" fmla="*/ 1394354 h 1394354"/>
              <a:gd name="connsiteX7" fmla="*/ 87649 w 2355463"/>
              <a:gd name="connsiteY7" fmla="*/ 1179620 h 1394354"/>
              <a:gd name="connsiteX8" fmla="*/ 73655 w 2355463"/>
              <a:gd name="connsiteY8" fmla="*/ 1170185 h 1394354"/>
              <a:gd name="connsiteX9" fmla="*/ 24640 w 2355463"/>
              <a:gd name="connsiteY9" fmla="*/ 1051853 h 1394354"/>
              <a:gd name="connsiteX10" fmla="*/ 24640 w 2355463"/>
              <a:gd name="connsiteY10" fmla="*/ 167347 h 1394354"/>
              <a:gd name="connsiteX11" fmla="*/ 191987 w 2355463"/>
              <a:gd name="connsiteY11" fmla="*/ 0 h 139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55463" h="1394354">
                <a:moveTo>
                  <a:pt x="191987" y="0"/>
                </a:moveTo>
                <a:lnTo>
                  <a:pt x="2188116" y="0"/>
                </a:lnTo>
                <a:cubicBezTo>
                  <a:pt x="2280539" y="0"/>
                  <a:pt x="2355463" y="74924"/>
                  <a:pt x="2355463" y="167347"/>
                </a:cubicBezTo>
                <a:lnTo>
                  <a:pt x="2355463" y="1051853"/>
                </a:lnTo>
                <a:cubicBezTo>
                  <a:pt x="2355463" y="1144276"/>
                  <a:pt x="2280539" y="1219200"/>
                  <a:pt x="2188116" y="1219200"/>
                </a:cubicBezTo>
                <a:lnTo>
                  <a:pt x="429125" y="1219200"/>
                </a:lnTo>
                <a:lnTo>
                  <a:pt x="0" y="1394354"/>
                </a:lnTo>
                <a:lnTo>
                  <a:pt x="87649" y="1179620"/>
                </a:lnTo>
                <a:lnTo>
                  <a:pt x="73655" y="1170185"/>
                </a:lnTo>
                <a:cubicBezTo>
                  <a:pt x="43371" y="1139901"/>
                  <a:pt x="24640" y="1098065"/>
                  <a:pt x="24640" y="1051853"/>
                </a:cubicBezTo>
                <a:lnTo>
                  <a:pt x="24640" y="167347"/>
                </a:lnTo>
                <a:cubicBezTo>
                  <a:pt x="24640" y="74924"/>
                  <a:pt x="99564" y="0"/>
                  <a:pt x="191987" y="0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1">
                  <a:alpha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9546F-2A76-D1EB-C561-D0ACBEB427AC}"/>
              </a:ext>
            </a:extLst>
          </p:cNvPr>
          <p:cNvSpPr txBox="1"/>
          <p:nvPr/>
        </p:nvSpPr>
        <p:spPr>
          <a:xfrm>
            <a:off x="7349067" y="993749"/>
            <a:ext cx="109805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First </a:t>
            </a:r>
            <a:endParaRPr lang="vi-VN" sz="3600" b="1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8ABCF-8313-5EE0-4A80-DE2E0E248FAB}"/>
              </a:ext>
            </a:extLst>
          </p:cNvPr>
          <p:cNvSpPr txBox="1"/>
          <p:nvPr/>
        </p:nvSpPr>
        <p:spPr>
          <a:xfrm>
            <a:off x="7349067" y="1520810"/>
            <a:ext cx="167839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</a:t>
            </a:r>
            <a:endParaRPr lang="vi-VN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458647-D417-2A99-2C80-F8C3E2727648}"/>
              </a:ext>
            </a:extLst>
          </p:cNvPr>
          <p:cNvSpPr txBox="1"/>
          <p:nvPr/>
        </p:nvSpPr>
        <p:spPr>
          <a:xfrm>
            <a:off x="275814" y="1698883"/>
            <a:ext cx="569226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OUR</a:t>
            </a:r>
            <a:r>
              <a:rPr lang="en-US" sz="12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Height distribution of Michael Jordan Trophy players vs. Top 50 score.</a:t>
            </a:r>
            <a:endParaRPr lang="en-US" sz="1200" b="1" dirty="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78020F7-1B0C-0C73-9A5C-FBCDA2FAD0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412"/>
          <a:stretch>
            <a:fillRect/>
          </a:stretch>
        </p:blipFill>
        <p:spPr>
          <a:xfrm>
            <a:off x="327849" y="2063409"/>
            <a:ext cx="5430073" cy="455266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6030B0-47EE-29B4-65BF-F3EB48E4E12D}"/>
              </a:ext>
            </a:extLst>
          </p:cNvPr>
          <p:cNvCxnSpPr>
            <a:cxnSpLocks/>
          </p:cNvCxnSpPr>
          <p:nvPr/>
        </p:nvCxnSpPr>
        <p:spPr>
          <a:xfrm flipV="1">
            <a:off x="7198146" y="5369507"/>
            <a:ext cx="3772379" cy="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136BBA4-463F-7BB2-0A79-9DEE0E4B3A2C}"/>
              </a:ext>
            </a:extLst>
          </p:cNvPr>
          <p:cNvSpPr txBox="1"/>
          <p:nvPr/>
        </p:nvSpPr>
        <p:spPr>
          <a:xfrm>
            <a:off x="8098393" y="5587860"/>
            <a:ext cx="251537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dirty="0"/>
              <a:t> (2019–2024)</a:t>
            </a:r>
          </a:p>
          <a:p>
            <a:pPr algn="ctr"/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NBA teams</a:t>
            </a:r>
            <a:r>
              <a:rPr lang="vi-VN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3813CD-473F-3A96-1D3E-850394E378A1}"/>
              </a:ext>
            </a:extLst>
          </p:cNvPr>
          <p:cNvSpPr txBox="1"/>
          <p:nvPr/>
        </p:nvSpPr>
        <p:spPr>
          <a:xfrm>
            <a:off x="7198146" y="2626951"/>
            <a:ext cx="34284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MVP vs. Legend data</a:t>
            </a:r>
            <a:endParaRPr lang="vi-VN" b="1" dirty="0">
              <a:solidFill>
                <a:schemeClr val="accent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C54A0D-DF88-8E29-7872-B865A13E5547}"/>
              </a:ext>
            </a:extLst>
          </p:cNvPr>
          <p:cNvSpPr txBox="1"/>
          <p:nvPr/>
        </p:nvSpPr>
        <p:spPr>
          <a:xfrm>
            <a:off x="7117294" y="2903950"/>
            <a:ext cx="396373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The key differentiator? </a:t>
            </a:r>
            <a:endParaRPr lang="vi-VN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87E953-FCA9-587C-1FB8-F3CBE5F5ADB0}"/>
              </a:ext>
            </a:extLst>
          </p:cNvPr>
          <p:cNvSpPr txBox="1"/>
          <p:nvPr/>
        </p:nvSpPr>
        <p:spPr>
          <a:xfrm flipH="1">
            <a:off x="7112885" y="3503060"/>
            <a:ext cx="396965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Let me tell you a story this graph doesn't show:</a:t>
            </a:r>
          </a:p>
          <a:p>
            <a:r>
              <a:rPr lang="en-US" sz="1600" dirty="0"/>
              <a:t>Height is just the prologue. Mastery is the real plot.</a:t>
            </a:r>
            <a:endParaRPr lang="vi-VN" sz="1600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441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A0B02D-C55B-D541-A49A-DEA4D02E0B79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100000">
                <a:schemeClr val="accent4">
                  <a:alpha val="60000"/>
                </a:schemeClr>
              </a:gs>
              <a:gs pos="0">
                <a:schemeClr val="accent1">
                  <a:alpha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B316E54-D51B-504A-B46D-BB0E4B29A96B}"/>
              </a:ext>
            </a:extLst>
          </p:cNvPr>
          <p:cNvSpPr/>
          <p:nvPr/>
        </p:nvSpPr>
        <p:spPr>
          <a:xfrm>
            <a:off x="6842325" y="823633"/>
            <a:ext cx="2355463" cy="1394354"/>
          </a:xfrm>
          <a:custGeom>
            <a:avLst/>
            <a:gdLst>
              <a:gd name="connsiteX0" fmla="*/ 191987 w 2355463"/>
              <a:gd name="connsiteY0" fmla="*/ 0 h 1394354"/>
              <a:gd name="connsiteX1" fmla="*/ 2188116 w 2355463"/>
              <a:gd name="connsiteY1" fmla="*/ 0 h 1394354"/>
              <a:gd name="connsiteX2" fmla="*/ 2355463 w 2355463"/>
              <a:gd name="connsiteY2" fmla="*/ 167347 h 1394354"/>
              <a:gd name="connsiteX3" fmla="*/ 2355463 w 2355463"/>
              <a:gd name="connsiteY3" fmla="*/ 1051853 h 1394354"/>
              <a:gd name="connsiteX4" fmla="*/ 2188116 w 2355463"/>
              <a:gd name="connsiteY4" fmla="*/ 1219200 h 1394354"/>
              <a:gd name="connsiteX5" fmla="*/ 429125 w 2355463"/>
              <a:gd name="connsiteY5" fmla="*/ 1219200 h 1394354"/>
              <a:gd name="connsiteX6" fmla="*/ 0 w 2355463"/>
              <a:gd name="connsiteY6" fmla="*/ 1394354 h 1394354"/>
              <a:gd name="connsiteX7" fmla="*/ 87649 w 2355463"/>
              <a:gd name="connsiteY7" fmla="*/ 1179620 h 1394354"/>
              <a:gd name="connsiteX8" fmla="*/ 73655 w 2355463"/>
              <a:gd name="connsiteY8" fmla="*/ 1170185 h 1394354"/>
              <a:gd name="connsiteX9" fmla="*/ 24640 w 2355463"/>
              <a:gd name="connsiteY9" fmla="*/ 1051853 h 1394354"/>
              <a:gd name="connsiteX10" fmla="*/ 24640 w 2355463"/>
              <a:gd name="connsiteY10" fmla="*/ 167347 h 1394354"/>
              <a:gd name="connsiteX11" fmla="*/ 191987 w 2355463"/>
              <a:gd name="connsiteY11" fmla="*/ 0 h 139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55463" h="1394354">
                <a:moveTo>
                  <a:pt x="191987" y="0"/>
                </a:moveTo>
                <a:lnTo>
                  <a:pt x="2188116" y="0"/>
                </a:lnTo>
                <a:cubicBezTo>
                  <a:pt x="2280539" y="0"/>
                  <a:pt x="2355463" y="74924"/>
                  <a:pt x="2355463" y="167347"/>
                </a:cubicBezTo>
                <a:lnTo>
                  <a:pt x="2355463" y="1051853"/>
                </a:lnTo>
                <a:cubicBezTo>
                  <a:pt x="2355463" y="1144276"/>
                  <a:pt x="2280539" y="1219200"/>
                  <a:pt x="2188116" y="1219200"/>
                </a:cubicBezTo>
                <a:lnTo>
                  <a:pt x="429125" y="1219200"/>
                </a:lnTo>
                <a:lnTo>
                  <a:pt x="0" y="1394354"/>
                </a:lnTo>
                <a:lnTo>
                  <a:pt x="87649" y="1179620"/>
                </a:lnTo>
                <a:lnTo>
                  <a:pt x="73655" y="1170185"/>
                </a:lnTo>
                <a:cubicBezTo>
                  <a:pt x="43371" y="1139901"/>
                  <a:pt x="24640" y="1098065"/>
                  <a:pt x="24640" y="1051853"/>
                </a:cubicBezTo>
                <a:lnTo>
                  <a:pt x="24640" y="167347"/>
                </a:lnTo>
                <a:cubicBezTo>
                  <a:pt x="24640" y="74924"/>
                  <a:pt x="99564" y="0"/>
                  <a:pt x="191987" y="0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1">
                  <a:alpha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F3715-3DD8-4242-8B86-CEE8D9B3CEC7}"/>
              </a:ext>
            </a:extLst>
          </p:cNvPr>
          <p:cNvSpPr txBox="1"/>
          <p:nvPr/>
        </p:nvSpPr>
        <p:spPr>
          <a:xfrm>
            <a:off x="7349067" y="993749"/>
            <a:ext cx="161101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Second</a:t>
            </a:r>
            <a:endParaRPr lang="vi-VN" sz="3600" b="1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95938-3F99-DE41-8983-5E5ED548B06C}"/>
              </a:ext>
            </a:extLst>
          </p:cNvPr>
          <p:cNvSpPr txBox="1"/>
          <p:nvPr/>
        </p:nvSpPr>
        <p:spPr>
          <a:xfrm>
            <a:off x="7349067" y="1520810"/>
            <a:ext cx="167839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</a:t>
            </a:r>
            <a:endParaRPr lang="vi-VN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7F11D4-6E6F-CC4C-934D-838E8AB98CF7}"/>
              </a:ext>
            </a:extLst>
          </p:cNvPr>
          <p:cNvSpPr txBox="1"/>
          <p:nvPr/>
        </p:nvSpPr>
        <p:spPr>
          <a:xfrm>
            <a:off x="402037" y="1801094"/>
            <a:ext cx="544059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Height and experience distribution of champion team players vs. Top 15 players</a:t>
            </a:r>
            <a:endParaRPr lang="en-US" sz="1100" dirty="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5E588B-0A1E-CF72-9351-9E5E167B658A}"/>
              </a:ext>
            </a:extLst>
          </p:cNvPr>
          <p:cNvCxnSpPr>
            <a:cxnSpLocks/>
          </p:cNvCxnSpPr>
          <p:nvPr/>
        </p:nvCxnSpPr>
        <p:spPr>
          <a:xfrm flipV="1">
            <a:off x="7198146" y="5369507"/>
            <a:ext cx="3772379" cy="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92356EC-D1D3-30EE-5FDA-26368E24596C}"/>
              </a:ext>
            </a:extLst>
          </p:cNvPr>
          <p:cNvSpPr txBox="1"/>
          <p:nvPr/>
        </p:nvSpPr>
        <p:spPr>
          <a:xfrm>
            <a:off x="8098393" y="5587860"/>
            <a:ext cx="251537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dirty="0"/>
              <a:t> (2023–2024)</a:t>
            </a:r>
          </a:p>
          <a:p>
            <a:pPr algn="ctr"/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NBA teams</a:t>
            </a:r>
            <a:r>
              <a:rPr lang="vi-VN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AF8727-3F37-9358-5C81-EF7DFAD7481C}"/>
              </a:ext>
            </a:extLst>
          </p:cNvPr>
          <p:cNvSpPr txBox="1"/>
          <p:nvPr/>
        </p:nvSpPr>
        <p:spPr>
          <a:xfrm>
            <a:off x="7198146" y="2626951"/>
            <a:ext cx="34284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Champion vs. Top players</a:t>
            </a:r>
            <a:endParaRPr lang="vi-VN" b="1" dirty="0">
              <a:solidFill>
                <a:schemeClr val="accent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C85940-9585-24DD-100E-A9411C051C4A}"/>
              </a:ext>
            </a:extLst>
          </p:cNvPr>
          <p:cNvSpPr txBox="1"/>
          <p:nvPr/>
        </p:nvSpPr>
        <p:spPr>
          <a:xfrm>
            <a:off x="7117294" y="2903950"/>
            <a:ext cx="396373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Are top players taller? </a:t>
            </a:r>
            <a:endParaRPr lang="vi-VN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27F71B-2D7B-C339-B264-9ACFB7D86328}"/>
              </a:ext>
            </a:extLst>
          </p:cNvPr>
          <p:cNvSpPr txBox="1"/>
          <p:nvPr/>
        </p:nvSpPr>
        <p:spPr>
          <a:xfrm flipH="1">
            <a:off x="7112885" y="3503060"/>
            <a:ext cx="396965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On average, yes. But when the height ranges overlap this much... can we really say it matters?</a:t>
            </a:r>
            <a:endParaRPr lang="vi-VN" sz="1600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6A979F9-3609-121A-BEA8-EC60299EF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654"/>
          <a:stretch>
            <a:fillRect/>
          </a:stretch>
        </p:blipFill>
        <p:spPr>
          <a:xfrm>
            <a:off x="200945" y="2057763"/>
            <a:ext cx="5447267" cy="460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91B7A-8C74-2565-F9DF-BE8B7F33C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28E8ED-7E79-8F6F-AA4C-3FB3E8FDC953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100000">
                <a:schemeClr val="accent4">
                  <a:alpha val="60000"/>
                </a:schemeClr>
              </a:gs>
              <a:gs pos="0">
                <a:schemeClr val="accent1">
                  <a:alpha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BDCF618-1775-AAEF-EAA3-1CC0D39E6AAC}"/>
              </a:ext>
            </a:extLst>
          </p:cNvPr>
          <p:cNvSpPr/>
          <p:nvPr/>
        </p:nvSpPr>
        <p:spPr>
          <a:xfrm>
            <a:off x="6842325" y="823633"/>
            <a:ext cx="2355463" cy="1394354"/>
          </a:xfrm>
          <a:custGeom>
            <a:avLst/>
            <a:gdLst>
              <a:gd name="connsiteX0" fmla="*/ 191987 w 2355463"/>
              <a:gd name="connsiteY0" fmla="*/ 0 h 1394354"/>
              <a:gd name="connsiteX1" fmla="*/ 2188116 w 2355463"/>
              <a:gd name="connsiteY1" fmla="*/ 0 h 1394354"/>
              <a:gd name="connsiteX2" fmla="*/ 2355463 w 2355463"/>
              <a:gd name="connsiteY2" fmla="*/ 167347 h 1394354"/>
              <a:gd name="connsiteX3" fmla="*/ 2355463 w 2355463"/>
              <a:gd name="connsiteY3" fmla="*/ 1051853 h 1394354"/>
              <a:gd name="connsiteX4" fmla="*/ 2188116 w 2355463"/>
              <a:gd name="connsiteY4" fmla="*/ 1219200 h 1394354"/>
              <a:gd name="connsiteX5" fmla="*/ 429125 w 2355463"/>
              <a:gd name="connsiteY5" fmla="*/ 1219200 h 1394354"/>
              <a:gd name="connsiteX6" fmla="*/ 0 w 2355463"/>
              <a:gd name="connsiteY6" fmla="*/ 1394354 h 1394354"/>
              <a:gd name="connsiteX7" fmla="*/ 87649 w 2355463"/>
              <a:gd name="connsiteY7" fmla="*/ 1179620 h 1394354"/>
              <a:gd name="connsiteX8" fmla="*/ 73655 w 2355463"/>
              <a:gd name="connsiteY8" fmla="*/ 1170185 h 1394354"/>
              <a:gd name="connsiteX9" fmla="*/ 24640 w 2355463"/>
              <a:gd name="connsiteY9" fmla="*/ 1051853 h 1394354"/>
              <a:gd name="connsiteX10" fmla="*/ 24640 w 2355463"/>
              <a:gd name="connsiteY10" fmla="*/ 167347 h 1394354"/>
              <a:gd name="connsiteX11" fmla="*/ 191987 w 2355463"/>
              <a:gd name="connsiteY11" fmla="*/ 0 h 139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55463" h="1394354">
                <a:moveTo>
                  <a:pt x="191987" y="0"/>
                </a:moveTo>
                <a:lnTo>
                  <a:pt x="2188116" y="0"/>
                </a:lnTo>
                <a:cubicBezTo>
                  <a:pt x="2280539" y="0"/>
                  <a:pt x="2355463" y="74924"/>
                  <a:pt x="2355463" y="167347"/>
                </a:cubicBezTo>
                <a:lnTo>
                  <a:pt x="2355463" y="1051853"/>
                </a:lnTo>
                <a:cubicBezTo>
                  <a:pt x="2355463" y="1144276"/>
                  <a:pt x="2280539" y="1219200"/>
                  <a:pt x="2188116" y="1219200"/>
                </a:cubicBezTo>
                <a:lnTo>
                  <a:pt x="429125" y="1219200"/>
                </a:lnTo>
                <a:lnTo>
                  <a:pt x="0" y="1394354"/>
                </a:lnTo>
                <a:lnTo>
                  <a:pt x="87649" y="1179620"/>
                </a:lnTo>
                <a:lnTo>
                  <a:pt x="73655" y="1170185"/>
                </a:lnTo>
                <a:cubicBezTo>
                  <a:pt x="43371" y="1139901"/>
                  <a:pt x="24640" y="1098065"/>
                  <a:pt x="24640" y="1051853"/>
                </a:cubicBezTo>
                <a:lnTo>
                  <a:pt x="24640" y="167347"/>
                </a:lnTo>
                <a:cubicBezTo>
                  <a:pt x="24640" y="74924"/>
                  <a:pt x="99564" y="0"/>
                  <a:pt x="191987" y="0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1">
                  <a:alpha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D4659-25F2-D0DC-2890-DF9C887F7DFE}"/>
              </a:ext>
            </a:extLst>
          </p:cNvPr>
          <p:cNvSpPr txBox="1"/>
          <p:nvPr/>
        </p:nvSpPr>
        <p:spPr>
          <a:xfrm>
            <a:off x="7349067" y="993749"/>
            <a:ext cx="116859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Third</a:t>
            </a:r>
            <a:endParaRPr lang="vi-VN" sz="3600" b="1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119E4-DD44-74AB-BA49-7D8E4CBAF5E0}"/>
              </a:ext>
            </a:extLst>
          </p:cNvPr>
          <p:cNvSpPr txBox="1"/>
          <p:nvPr/>
        </p:nvSpPr>
        <p:spPr>
          <a:xfrm>
            <a:off x="7349067" y="1520810"/>
            <a:ext cx="167839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</a:t>
            </a:r>
            <a:endParaRPr lang="vi-VN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B4BB47-30A6-637F-8C6D-C2EE74B824C7}"/>
              </a:ext>
            </a:extLst>
          </p:cNvPr>
          <p:cNvSpPr txBox="1"/>
          <p:nvPr/>
        </p:nvSpPr>
        <p:spPr>
          <a:xfrm>
            <a:off x="402037" y="1801094"/>
            <a:ext cx="544059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Height and experience distribution of champion team players vs. Top 15 players</a:t>
            </a:r>
            <a:endParaRPr lang="en-US" sz="1100" dirty="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B4FC5B9-0D38-E917-6730-9EDB902DE92D}"/>
              </a:ext>
            </a:extLst>
          </p:cNvPr>
          <p:cNvCxnSpPr>
            <a:cxnSpLocks/>
          </p:cNvCxnSpPr>
          <p:nvPr/>
        </p:nvCxnSpPr>
        <p:spPr>
          <a:xfrm flipV="1">
            <a:off x="7198146" y="5369507"/>
            <a:ext cx="3772379" cy="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0F8C0DD-D495-3287-8A71-E9F857423C0E}"/>
              </a:ext>
            </a:extLst>
          </p:cNvPr>
          <p:cNvSpPr txBox="1"/>
          <p:nvPr/>
        </p:nvSpPr>
        <p:spPr>
          <a:xfrm>
            <a:off x="8098393" y="5587860"/>
            <a:ext cx="251537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dirty="0"/>
              <a:t> (2023–2024)</a:t>
            </a:r>
          </a:p>
          <a:p>
            <a:pPr algn="ctr"/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NBA teams</a:t>
            </a:r>
            <a:r>
              <a:rPr lang="vi-VN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59914F-7B8E-5E4D-1DF3-686A672CA5ED}"/>
              </a:ext>
            </a:extLst>
          </p:cNvPr>
          <p:cNvSpPr txBox="1"/>
          <p:nvPr/>
        </p:nvSpPr>
        <p:spPr>
          <a:xfrm>
            <a:off x="7198146" y="2626951"/>
            <a:ext cx="34284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Champion vs. Top players</a:t>
            </a:r>
            <a:endParaRPr lang="vi-VN" b="1" dirty="0">
              <a:solidFill>
                <a:schemeClr val="accent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53EEDB-4728-53C7-A2D8-1985E0E56E65}"/>
              </a:ext>
            </a:extLst>
          </p:cNvPr>
          <p:cNvSpPr txBox="1"/>
          <p:nvPr/>
        </p:nvSpPr>
        <p:spPr>
          <a:xfrm>
            <a:off x="7117294" y="2903950"/>
            <a:ext cx="396373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Are top players more experienced? </a:t>
            </a:r>
            <a:endParaRPr lang="vi-VN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7034F5-763F-B2E3-3C46-F4FE63F4174E}"/>
              </a:ext>
            </a:extLst>
          </p:cNvPr>
          <p:cNvSpPr txBox="1"/>
          <p:nvPr/>
        </p:nvSpPr>
        <p:spPr>
          <a:xfrm flipH="1">
            <a:off x="7112885" y="3503060"/>
            <a:ext cx="396965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Yes. The league's brightest stars carry more scars  than the players who actually lift the trophy.</a:t>
            </a:r>
            <a:endParaRPr lang="vi-VN" sz="1600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EA0BC4-4687-3792-858C-BCE735E9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154"/>
          <a:stretch>
            <a:fillRect/>
          </a:stretch>
        </p:blipFill>
        <p:spPr>
          <a:xfrm>
            <a:off x="358046" y="2063726"/>
            <a:ext cx="5440591" cy="452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15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 rot="10800000">
            <a:off x="4867410" y="4975950"/>
            <a:ext cx="541168" cy="425653"/>
          </a:xfrm>
          <a:custGeom>
            <a:avLst/>
            <a:gdLst/>
            <a:ahLst/>
            <a:cxnLst/>
            <a:rect l="l" t="t" r="r" b="b"/>
            <a:pathLst>
              <a:path w="550055" h="432643">
                <a:moveTo>
                  <a:pt x="510918" y="0"/>
                </a:moveTo>
                <a:lnTo>
                  <a:pt x="550055" y="82544"/>
                </a:lnTo>
                <a:cubicBezTo>
                  <a:pt x="512104" y="95352"/>
                  <a:pt x="483403" y="113854"/>
                  <a:pt x="463953" y="138047"/>
                </a:cubicBezTo>
                <a:cubicBezTo>
                  <a:pt x="456837" y="148484"/>
                  <a:pt x="449959" y="162479"/>
                  <a:pt x="443317" y="180031"/>
                </a:cubicBezTo>
                <a:cubicBezTo>
                  <a:pt x="439048" y="195211"/>
                  <a:pt x="436913" y="212764"/>
                  <a:pt x="436913" y="232688"/>
                </a:cubicBezTo>
                <a:lnTo>
                  <a:pt x="533689" y="232688"/>
                </a:lnTo>
                <a:lnTo>
                  <a:pt x="533689" y="432643"/>
                </a:lnTo>
                <a:lnTo>
                  <a:pt x="333733" y="432643"/>
                </a:lnTo>
                <a:lnTo>
                  <a:pt x="333733" y="289615"/>
                </a:lnTo>
                <a:cubicBezTo>
                  <a:pt x="333733" y="232688"/>
                  <a:pt x="338714" y="187503"/>
                  <a:pt x="348677" y="154058"/>
                </a:cubicBezTo>
                <a:cubicBezTo>
                  <a:pt x="358639" y="120614"/>
                  <a:pt x="377140" y="90846"/>
                  <a:pt x="404180" y="64754"/>
                </a:cubicBezTo>
                <a:cubicBezTo>
                  <a:pt x="431220" y="38663"/>
                  <a:pt x="466800" y="17078"/>
                  <a:pt x="510918" y="0"/>
                </a:cubicBezTo>
                <a:close/>
                <a:moveTo>
                  <a:pt x="177185" y="0"/>
                </a:moveTo>
                <a:lnTo>
                  <a:pt x="216322" y="82544"/>
                </a:lnTo>
                <a:cubicBezTo>
                  <a:pt x="178371" y="95352"/>
                  <a:pt x="149670" y="113854"/>
                  <a:pt x="130220" y="138047"/>
                </a:cubicBezTo>
                <a:cubicBezTo>
                  <a:pt x="123104" y="148484"/>
                  <a:pt x="116226" y="162479"/>
                  <a:pt x="109584" y="180031"/>
                </a:cubicBezTo>
                <a:cubicBezTo>
                  <a:pt x="105315" y="195211"/>
                  <a:pt x="103180" y="212764"/>
                  <a:pt x="103180" y="232688"/>
                </a:cubicBezTo>
                <a:lnTo>
                  <a:pt x="199955" y="232688"/>
                </a:lnTo>
                <a:lnTo>
                  <a:pt x="199955" y="432643"/>
                </a:lnTo>
                <a:lnTo>
                  <a:pt x="0" y="432643"/>
                </a:lnTo>
                <a:lnTo>
                  <a:pt x="0" y="289615"/>
                </a:lnTo>
                <a:cubicBezTo>
                  <a:pt x="0" y="233163"/>
                  <a:pt x="4981" y="187740"/>
                  <a:pt x="14943" y="153347"/>
                </a:cubicBezTo>
                <a:cubicBezTo>
                  <a:pt x="24906" y="118953"/>
                  <a:pt x="43170" y="89067"/>
                  <a:pt x="69735" y="63687"/>
                </a:cubicBezTo>
                <a:cubicBezTo>
                  <a:pt x="96301" y="38307"/>
                  <a:pt x="132118" y="17078"/>
                  <a:pt x="1771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H="1">
            <a:off x="747712" y="3937204"/>
            <a:ext cx="4119697" cy="13580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by chance. By evolution.</a:t>
            </a:r>
            <a:b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Players didn't just get taller — they got smarter with every kilo.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Leaner, quicker, sharper on their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2830" y="1870074"/>
            <a:ext cx="3515085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Myth Busted:</a:t>
            </a:r>
          </a:p>
          <a:p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Agile Evolution?</a:t>
            </a:r>
            <a:endParaRPr lang="en-US" b="1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702831" y="2649537"/>
            <a:ext cx="0" cy="77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49438" y="1870075"/>
            <a:ext cx="3039294" cy="5847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Myth Busted:</a:t>
            </a:r>
          </a:p>
          <a:p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Early Peak Revolution?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8749438" y="2649537"/>
            <a:ext cx="0" cy="77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 rot="10800000">
            <a:off x="10974456" y="4975950"/>
            <a:ext cx="541168" cy="425653"/>
          </a:xfrm>
          <a:custGeom>
            <a:avLst/>
            <a:gdLst/>
            <a:ahLst/>
            <a:cxnLst/>
            <a:rect l="l" t="t" r="r" b="b"/>
            <a:pathLst>
              <a:path w="550055" h="432643">
                <a:moveTo>
                  <a:pt x="510918" y="0"/>
                </a:moveTo>
                <a:lnTo>
                  <a:pt x="550055" y="82544"/>
                </a:lnTo>
                <a:cubicBezTo>
                  <a:pt x="512104" y="95352"/>
                  <a:pt x="483403" y="113854"/>
                  <a:pt x="463953" y="138047"/>
                </a:cubicBezTo>
                <a:cubicBezTo>
                  <a:pt x="456837" y="148484"/>
                  <a:pt x="449959" y="162479"/>
                  <a:pt x="443317" y="180031"/>
                </a:cubicBezTo>
                <a:cubicBezTo>
                  <a:pt x="439048" y="195211"/>
                  <a:pt x="436913" y="212764"/>
                  <a:pt x="436913" y="232688"/>
                </a:cubicBezTo>
                <a:lnTo>
                  <a:pt x="533689" y="232688"/>
                </a:lnTo>
                <a:lnTo>
                  <a:pt x="533689" y="432643"/>
                </a:lnTo>
                <a:lnTo>
                  <a:pt x="333733" y="432643"/>
                </a:lnTo>
                <a:lnTo>
                  <a:pt x="333733" y="289615"/>
                </a:lnTo>
                <a:cubicBezTo>
                  <a:pt x="333733" y="232688"/>
                  <a:pt x="338714" y="187503"/>
                  <a:pt x="348677" y="154058"/>
                </a:cubicBezTo>
                <a:cubicBezTo>
                  <a:pt x="358639" y="120614"/>
                  <a:pt x="377140" y="90846"/>
                  <a:pt x="404180" y="64754"/>
                </a:cubicBezTo>
                <a:cubicBezTo>
                  <a:pt x="431220" y="38663"/>
                  <a:pt x="466800" y="17078"/>
                  <a:pt x="510918" y="0"/>
                </a:cubicBezTo>
                <a:close/>
                <a:moveTo>
                  <a:pt x="177185" y="0"/>
                </a:moveTo>
                <a:lnTo>
                  <a:pt x="216322" y="82544"/>
                </a:lnTo>
                <a:cubicBezTo>
                  <a:pt x="178371" y="95352"/>
                  <a:pt x="149670" y="113854"/>
                  <a:pt x="130220" y="138047"/>
                </a:cubicBezTo>
                <a:cubicBezTo>
                  <a:pt x="123104" y="148484"/>
                  <a:pt x="116226" y="162479"/>
                  <a:pt x="109584" y="180031"/>
                </a:cubicBezTo>
                <a:cubicBezTo>
                  <a:pt x="105315" y="195211"/>
                  <a:pt x="103180" y="212764"/>
                  <a:pt x="103180" y="232688"/>
                </a:cubicBezTo>
                <a:lnTo>
                  <a:pt x="199955" y="232688"/>
                </a:lnTo>
                <a:lnTo>
                  <a:pt x="199955" y="432643"/>
                </a:lnTo>
                <a:lnTo>
                  <a:pt x="0" y="432643"/>
                </a:lnTo>
                <a:lnTo>
                  <a:pt x="0" y="289615"/>
                </a:lnTo>
                <a:cubicBezTo>
                  <a:pt x="0" y="233163"/>
                  <a:pt x="4981" y="187740"/>
                  <a:pt x="14943" y="153347"/>
                </a:cubicBezTo>
                <a:cubicBezTo>
                  <a:pt x="24906" y="118953"/>
                  <a:pt x="43170" y="89067"/>
                  <a:pt x="69735" y="63687"/>
                </a:cubicBezTo>
                <a:cubicBezTo>
                  <a:pt x="96301" y="38307"/>
                  <a:pt x="132118" y="17078"/>
                  <a:pt x="1771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flipH="1">
            <a:off x="6854758" y="3937204"/>
            <a:ext cx="4660866" cy="10118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Innate ability didn't dip. It didn't stall.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either held steady — or climbed.</a:t>
            </a:r>
          </a:p>
          <a:p>
            <a:pPr>
              <a:lnSpc>
                <a:spcPct val="125000"/>
              </a:lnSpc>
            </a:pPr>
            <a:r>
              <a:rPr lang="en-US" sz="16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Talent didn't fade. It leveled up.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26D251-6231-1B7C-F62A-4DB244CA9331}"/>
              </a:ext>
            </a:extLst>
          </p:cNvPr>
          <p:cNvGrpSpPr/>
          <p:nvPr/>
        </p:nvGrpSpPr>
        <p:grpSpPr>
          <a:xfrm>
            <a:off x="1000616" y="1711329"/>
            <a:ext cx="1078803" cy="1078803"/>
            <a:chOff x="9716245" y="5238447"/>
            <a:chExt cx="928701" cy="928701"/>
          </a:xfrm>
          <a:effectLst>
            <a:outerShdw blurRad="787400" dist="76200" dir="2700000" algn="tl" rotWithShape="0">
              <a:schemeClr val="accent1">
                <a:alpha val="59000"/>
              </a:schemeClr>
            </a:outerShdw>
          </a:effectLst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4F807F-7527-7281-E9C8-D5BB6EAFAAEB}"/>
                </a:ext>
              </a:extLst>
            </p:cNvPr>
            <p:cNvSpPr/>
            <p:nvPr userDrawn="1"/>
          </p:nvSpPr>
          <p:spPr>
            <a:xfrm>
              <a:off x="9716245" y="5238447"/>
              <a:ext cx="928701" cy="928701"/>
            </a:xfrm>
            <a:prstGeom prst="ellipse">
              <a:avLst/>
            </a:prstGeom>
            <a:solidFill>
              <a:schemeClr val="bg1">
                <a:alpha val="3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1569120-A648-225B-430C-6D426B5DA79C}"/>
                </a:ext>
              </a:extLst>
            </p:cNvPr>
            <p:cNvSpPr/>
            <p:nvPr userDrawn="1"/>
          </p:nvSpPr>
          <p:spPr>
            <a:xfrm>
              <a:off x="9832830" y="5355032"/>
              <a:ext cx="695529" cy="6955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248CD0-AAB7-5827-0E73-A6F3C7C45DA4}"/>
              </a:ext>
            </a:extLst>
          </p:cNvPr>
          <p:cNvSpPr txBox="1"/>
          <p:nvPr/>
        </p:nvSpPr>
        <p:spPr>
          <a:xfrm>
            <a:off x="1219301" y="2112227"/>
            <a:ext cx="8748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H0 - 1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0E024E9-6C4B-F7AB-4A78-54D24A88AA70}"/>
              </a:ext>
            </a:extLst>
          </p:cNvPr>
          <p:cNvGrpSpPr/>
          <p:nvPr/>
        </p:nvGrpSpPr>
        <p:grpSpPr>
          <a:xfrm>
            <a:off x="7289601" y="1711329"/>
            <a:ext cx="1078803" cy="1078803"/>
            <a:chOff x="9716245" y="5238447"/>
            <a:chExt cx="928701" cy="928701"/>
          </a:xfrm>
          <a:effectLst>
            <a:outerShdw blurRad="787400" dist="76200" dir="2700000" algn="tl" rotWithShape="0">
              <a:schemeClr val="accent1">
                <a:alpha val="59000"/>
              </a:schemeClr>
            </a:outerShdw>
          </a:effectLst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28CA8F3-F017-B93F-7936-67D70FBEEED6}"/>
                </a:ext>
              </a:extLst>
            </p:cNvPr>
            <p:cNvSpPr/>
            <p:nvPr userDrawn="1"/>
          </p:nvSpPr>
          <p:spPr>
            <a:xfrm>
              <a:off x="9716245" y="5238447"/>
              <a:ext cx="928701" cy="928701"/>
            </a:xfrm>
            <a:prstGeom prst="ellipse">
              <a:avLst/>
            </a:prstGeom>
            <a:solidFill>
              <a:schemeClr val="bg1">
                <a:alpha val="3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C0B474-5F40-B9A7-5E29-12CD1F38B8BB}"/>
                </a:ext>
              </a:extLst>
            </p:cNvPr>
            <p:cNvSpPr/>
            <p:nvPr userDrawn="1"/>
          </p:nvSpPr>
          <p:spPr>
            <a:xfrm>
              <a:off x="9832830" y="5355032"/>
              <a:ext cx="695529" cy="6955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1D89AE5-8C2F-DF50-3E26-6860A35DE3F8}"/>
              </a:ext>
            </a:extLst>
          </p:cNvPr>
          <p:cNvSpPr txBox="1"/>
          <p:nvPr/>
        </p:nvSpPr>
        <p:spPr>
          <a:xfrm>
            <a:off x="7508286" y="2112227"/>
            <a:ext cx="8748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H0 - 2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35C29C-91C8-9FA5-7209-922035446D24}"/>
              </a:ext>
            </a:extLst>
          </p:cNvPr>
          <p:cNvSpPr txBox="1"/>
          <p:nvPr/>
        </p:nvSpPr>
        <p:spPr>
          <a:xfrm>
            <a:off x="2996449" y="258315"/>
            <a:ext cx="3427220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800" b="1" dirty="0">
                <a:solidFill>
                  <a:schemeClr val="bg2">
                    <a:lumMod val="95000"/>
                    <a:alpha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Hypothesis</a:t>
            </a:r>
            <a:endParaRPr lang="vi-VN" sz="4800" b="1" dirty="0">
              <a:solidFill>
                <a:schemeClr val="bg2">
                  <a:lumMod val="95000"/>
                  <a:alpha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FC5757-02EE-7145-474F-BCB03C85EF7C}"/>
              </a:ext>
            </a:extLst>
          </p:cNvPr>
          <p:cNvSpPr txBox="1"/>
          <p:nvPr/>
        </p:nvSpPr>
        <p:spPr>
          <a:xfrm>
            <a:off x="6625130" y="258315"/>
            <a:ext cx="1599797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800" b="1" dirty="0">
                <a:solidFill>
                  <a:schemeClr val="tx1">
                    <a:lumMod val="10000"/>
                    <a:lumOff val="90000"/>
                    <a:alpha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Tests</a:t>
            </a:r>
            <a:endParaRPr lang="vi-VN" sz="4800" b="1" dirty="0">
              <a:solidFill>
                <a:schemeClr val="tx1">
                  <a:lumMod val="10000"/>
                  <a:lumOff val="90000"/>
                  <a:alpha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41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55A68-69FC-12B2-1BB9-BE9ADF57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FA1C20-7DFA-F61C-78B9-65BF06F40F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vi-VN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C670148-C96F-594A-7234-CAF842ED0073}"/>
              </a:ext>
            </a:extLst>
          </p:cNvPr>
          <p:cNvSpPr/>
          <p:nvPr/>
        </p:nvSpPr>
        <p:spPr>
          <a:xfrm rot="10800000">
            <a:off x="4867410" y="4975950"/>
            <a:ext cx="541168" cy="425653"/>
          </a:xfrm>
          <a:custGeom>
            <a:avLst/>
            <a:gdLst/>
            <a:ahLst/>
            <a:cxnLst/>
            <a:rect l="l" t="t" r="r" b="b"/>
            <a:pathLst>
              <a:path w="550055" h="432643">
                <a:moveTo>
                  <a:pt x="510918" y="0"/>
                </a:moveTo>
                <a:lnTo>
                  <a:pt x="550055" y="82544"/>
                </a:lnTo>
                <a:cubicBezTo>
                  <a:pt x="512104" y="95352"/>
                  <a:pt x="483403" y="113854"/>
                  <a:pt x="463953" y="138047"/>
                </a:cubicBezTo>
                <a:cubicBezTo>
                  <a:pt x="456837" y="148484"/>
                  <a:pt x="449959" y="162479"/>
                  <a:pt x="443317" y="180031"/>
                </a:cubicBezTo>
                <a:cubicBezTo>
                  <a:pt x="439048" y="195211"/>
                  <a:pt x="436913" y="212764"/>
                  <a:pt x="436913" y="232688"/>
                </a:cubicBezTo>
                <a:lnTo>
                  <a:pt x="533689" y="232688"/>
                </a:lnTo>
                <a:lnTo>
                  <a:pt x="533689" y="432643"/>
                </a:lnTo>
                <a:lnTo>
                  <a:pt x="333733" y="432643"/>
                </a:lnTo>
                <a:lnTo>
                  <a:pt x="333733" y="289615"/>
                </a:lnTo>
                <a:cubicBezTo>
                  <a:pt x="333733" y="232688"/>
                  <a:pt x="338714" y="187503"/>
                  <a:pt x="348677" y="154058"/>
                </a:cubicBezTo>
                <a:cubicBezTo>
                  <a:pt x="358639" y="120614"/>
                  <a:pt x="377140" y="90846"/>
                  <a:pt x="404180" y="64754"/>
                </a:cubicBezTo>
                <a:cubicBezTo>
                  <a:pt x="431220" y="38663"/>
                  <a:pt x="466800" y="17078"/>
                  <a:pt x="510918" y="0"/>
                </a:cubicBezTo>
                <a:close/>
                <a:moveTo>
                  <a:pt x="177185" y="0"/>
                </a:moveTo>
                <a:lnTo>
                  <a:pt x="216322" y="82544"/>
                </a:lnTo>
                <a:cubicBezTo>
                  <a:pt x="178371" y="95352"/>
                  <a:pt x="149670" y="113854"/>
                  <a:pt x="130220" y="138047"/>
                </a:cubicBezTo>
                <a:cubicBezTo>
                  <a:pt x="123104" y="148484"/>
                  <a:pt x="116226" y="162479"/>
                  <a:pt x="109584" y="180031"/>
                </a:cubicBezTo>
                <a:cubicBezTo>
                  <a:pt x="105315" y="195211"/>
                  <a:pt x="103180" y="212764"/>
                  <a:pt x="103180" y="232688"/>
                </a:cubicBezTo>
                <a:lnTo>
                  <a:pt x="199955" y="232688"/>
                </a:lnTo>
                <a:lnTo>
                  <a:pt x="199955" y="432643"/>
                </a:lnTo>
                <a:lnTo>
                  <a:pt x="0" y="432643"/>
                </a:lnTo>
                <a:lnTo>
                  <a:pt x="0" y="289615"/>
                </a:lnTo>
                <a:cubicBezTo>
                  <a:pt x="0" y="233163"/>
                  <a:pt x="4981" y="187740"/>
                  <a:pt x="14943" y="153347"/>
                </a:cubicBezTo>
                <a:cubicBezTo>
                  <a:pt x="24906" y="118953"/>
                  <a:pt x="43170" y="89067"/>
                  <a:pt x="69735" y="63687"/>
                </a:cubicBezTo>
                <a:cubicBezTo>
                  <a:pt x="96301" y="38307"/>
                  <a:pt x="132118" y="17078"/>
                  <a:pt x="1771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B8564-E2BA-7A4F-5D07-7B91B51522AC}"/>
              </a:ext>
            </a:extLst>
          </p:cNvPr>
          <p:cNvSpPr txBox="1"/>
          <p:nvPr/>
        </p:nvSpPr>
        <p:spPr>
          <a:xfrm flipH="1">
            <a:off x="747712" y="3879931"/>
            <a:ext cx="4660866" cy="1046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Stealing isn't just about movement.</a:t>
            </a:r>
            <a:b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It's timing. Risk. Instinct.</a:t>
            </a:r>
          </a:p>
          <a:p>
            <a:r>
              <a:rPr lang="en-US" sz="16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Agility opens the door. Stealing still needs the key.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D5DED-7E7B-EA78-6849-BFC57F467B4D}"/>
              </a:ext>
            </a:extLst>
          </p:cNvPr>
          <p:cNvSpPr txBox="1"/>
          <p:nvPr/>
        </p:nvSpPr>
        <p:spPr>
          <a:xfrm>
            <a:off x="2702831" y="1870075"/>
            <a:ext cx="2513509" cy="5847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Unbusted Myth:</a:t>
            </a:r>
          </a:p>
          <a:p>
            <a:r>
              <a:rPr lang="en-US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Agility vs. Steals</a:t>
            </a:r>
            <a:endParaRPr lang="en-US" sz="2000" b="1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3691ED-0208-6682-B0C8-92E98FC7CF4D}"/>
              </a:ext>
            </a:extLst>
          </p:cNvPr>
          <p:cNvCxnSpPr/>
          <p:nvPr/>
        </p:nvCxnSpPr>
        <p:spPr>
          <a:xfrm>
            <a:off x="2702831" y="2649537"/>
            <a:ext cx="0" cy="77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CFB5AE0-B99D-9E87-C506-685AA6904355}"/>
              </a:ext>
            </a:extLst>
          </p:cNvPr>
          <p:cNvSpPr txBox="1"/>
          <p:nvPr/>
        </p:nvSpPr>
        <p:spPr>
          <a:xfrm>
            <a:off x="8749438" y="1870075"/>
            <a:ext cx="2757165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Myth Busted:</a:t>
            </a:r>
          </a:p>
          <a:p>
            <a:r>
              <a:rPr lang="en-US" sz="20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Rebounding Giant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64487-DE3D-99FC-EA5D-0D008393392C}"/>
              </a:ext>
            </a:extLst>
          </p:cNvPr>
          <p:cNvSpPr txBox="1"/>
          <p:nvPr/>
        </p:nvSpPr>
        <p:spPr>
          <a:xfrm>
            <a:off x="8846902" y="2659855"/>
            <a:ext cx="300563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Universal "Truth": "Basketball is a</a:t>
            </a:r>
          </a:p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tall man’s  game. Taller players must grab</a:t>
            </a:r>
          </a:p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more rebounds.</a:t>
            </a:r>
            <a:endParaRPr lang="en-US" sz="1200" i="1" spc="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C49435-4431-8DB4-1AE8-AD3E71AF79E5}"/>
              </a:ext>
            </a:extLst>
          </p:cNvPr>
          <p:cNvCxnSpPr/>
          <p:nvPr/>
        </p:nvCxnSpPr>
        <p:spPr>
          <a:xfrm>
            <a:off x="8749438" y="2649537"/>
            <a:ext cx="0" cy="77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6D118237-E4E2-9D31-4310-65A4FC426E81}"/>
              </a:ext>
            </a:extLst>
          </p:cNvPr>
          <p:cNvSpPr/>
          <p:nvPr/>
        </p:nvSpPr>
        <p:spPr>
          <a:xfrm rot="10800000">
            <a:off x="10974456" y="4975950"/>
            <a:ext cx="541168" cy="425653"/>
          </a:xfrm>
          <a:custGeom>
            <a:avLst/>
            <a:gdLst/>
            <a:ahLst/>
            <a:cxnLst/>
            <a:rect l="l" t="t" r="r" b="b"/>
            <a:pathLst>
              <a:path w="550055" h="432643">
                <a:moveTo>
                  <a:pt x="510918" y="0"/>
                </a:moveTo>
                <a:lnTo>
                  <a:pt x="550055" y="82544"/>
                </a:lnTo>
                <a:cubicBezTo>
                  <a:pt x="512104" y="95352"/>
                  <a:pt x="483403" y="113854"/>
                  <a:pt x="463953" y="138047"/>
                </a:cubicBezTo>
                <a:cubicBezTo>
                  <a:pt x="456837" y="148484"/>
                  <a:pt x="449959" y="162479"/>
                  <a:pt x="443317" y="180031"/>
                </a:cubicBezTo>
                <a:cubicBezTo>
                  <a:pt x="439048" y="195211"/>
                  <a:pt x="436913" y="212764"/>
                  <a:pt x="436913" y="232688"/>
                </a:cubicBezTo>
                <a:lnTo>
                  <a:pt x="533689" y="232688"/>
                </a:lnTo>
                <a:lnTo>
                  <a:pt x="533689" y="432643"/>
                </a:lnTo>
                <a:lnTo>
                  <a:pt x="333733" y="432643"/>
                </a:lnTo>
                <a:lnTo>
                  <a:pt x="333733" y="289615"/>
                </a:lnTo>
                <a:cubicBezTo>
                  <a:pt x="333733" y="232688"/>
                  <a:pt x="338714" y="187503"/>
                  <a:pt x="348677" y="154058"/>
                </a:cubicBezTo>
                <a:cubicBezTo>
                  <a:pt x="358639" y="120614"/>
                  <a:pt x="377140" y="90846"/>
                  <a:pt x="404180" y="64754"/>
                </a:cubicBezTo>
                <a:cubicBezTo>
                  <a:pt x="431220" y="38663"/>
                  <a:pt x="466800" y="17078"/>
                  <a:pt x="510918" y="0"/>
                </a:cubicBezTo>
                <a:close/>
                <a:moveTo>
                  <a:pt x="177185" y="0"/>
                </a:moveTo>
                <a:lnTo>
                  <a:pt x="216322" y="82544"/>
                </a:lnTo>
                <a:cubicBezTo>
                  <a:pt x="178371" y="95352"/>
                  <a:pt x="149670" y="113854"/>
                  <a:pt x="130220" y="138047"/>
                </a:cubicBezTo>
                <a:cubicBezTo>
                  <a:pt x="123104" y="148484"/>
                  <a:pt x="116226" y="162479"/>
                  <a:pt x="109584" y="180031"/>
                </a:cubicBezTo>
                <a:cubicBezTo>
                  <a:pt x="105315" y="195211"/>
                  <a:pt x="103180" y="212764"/>
                  <a:pt x="103180" y="232688"/>
                </a:cubicBezTo>
                <a:lnTo>
                  <a:pt x="199955" y="232688"/>
                </a:lnTo>
                <a:lnTo>
                  <a:pt x="199955" y="432643"/>
                </a:lnTo>
                <a:lnTo>
                  <a:pt x="0" y="432643"/>
                </a:lnTo>
                <a:lnTo>
                  <a:pt x="0" y="289615"/>
                </a:lnTo>
                <a:cubicBezTo>
                  <a:pt x="0" y="233163"/>
                  <a:pt x="4981" y="187740"/>
                  <a:pt x="14943" y="153347"/>
                </a:cubicBezTo>
                <a:cubicBezTo>
                  <a:pt x="24906" y="118953"/>
                  <a:pt x="43170" y="89067"/>
                  <a:pt x="69735" y="63687"/>
                </a:cubicBezTo>
                <a:cubicBezTo>
                  <a:pt x="96301" y="38307"/>
                  <a:pt x="132118" y="17078"/>
                  <a:pt x="1771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8513E-8937-CA29-1A7B-0698ADBADC9F}"/>
              </a:ext>
            </a:extLst>
          </p:cNvPr>
          <p:cNvSpPr txBox="1"/>
          <p:nvPr/>
        </p:nvSpPr>
        <p:spPr>
          <a:xfrm flipH="1">
            <a:off x="7008508" y="3810043"/>
            <a:ext cx="4723179" cy="937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Height isn't just an advantage. It's a magnet.</a:t>
            </a:r>
          </a:p>
          <a:p>
            <a:pPr>
              <a:lnSpc>
                <a:spcPct val="125000"/>
              </a:lnSpc>
            </a:pPr>
            <a:r>
              <a:rPr lang="en-US" sz="16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ball finds tall hands. The rim belongs to them.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B3EBCF-A942-2BC9-A97A-0A76AD09BDAF}"/>
              </a:ext>
            </a:extLst>
          </p:cNvPr>
          <p:cNvGrpSpPr/>
          <p:nvPr/>
        </p:nvGrpSpPr>
        <p:grpSpPr>
          <a:xfrm>
            <a:off x="1000616" y="1711329"/>
            <a:ext cx="1078803" cy="1078803"/>
            <a:chOff x="9716245" y="5238447"/>
            <a:chExt cx="928701" cy="928701"/>
          </a:xfrm>
          <a:effectLst>
            <a:outerShdw blurRad="787400" dist="76200" dir="2700000" algn="tl" rotWithShape="0">
              <a:schemeClr val="accent1">
                <a:alpha val="59000"/>
              </a:schemeClr>
            </a:outerShdw>
          </a:effectLst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C97C90-5718-C3E0-81F8-EC6BEAA5C243}"/>
                </a:ext>
              </a:extLst>
            </p:cNvPr>
            <p:cNvSpPr/>
            <p:nvPr userDrawn="1"/>
          </p:nvSpPr>
          <p:spPr>
            <a:xfrm>
              <a:off x="9716245" y="5238447"/>
              <a:ext cx="928701" cy="928701"/>
            </a:xfrm>
            <a:prstGeom prst="ellipse">
              <a:avLst/>
            </a:prstGeom>
            <a:solidFill>
              <a:schemeClr val="bg1">
                <a:alpha val="3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DBF38EF-73B2-8801-D420-49193513F3BC}"/>
                </a:ext>
              </a:extLst>
            </p:cNvPr>
            <p:cNvSpPr/>
            <p:nvPr userDrawn="1"/>
          </p:nvSpPr>
          <p:spPr>
            <a:xfrm>
              <a:off x="9832830" y="5355032"/>
              <a:ext cx="695529" cy="6955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EEE44AD-71E7-7833-CA6E-481E56607DA9}"/>
              </a:ext>
            </a:extLst>
          </p:cNvPr>
          <p:cNvSpPr txBox="1"/>
          <p:nvPr/>
        </p:nvSpPr>
        <p:spPr>
          <a:xfrm>
            <a:off x="1219301" y="2112227"/>
            <a:ext cx="8748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H0 - 3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0A918-E164-49CF-B8E2-64CFC0B5D844}"/>
              </a:ext>
            </a:extLst>
          </p:cNvPr>
          <p:cNvGrpSpPr/>
          <p:nvPr/>
        </p:nvGrpSpPr>
        <p:grpSpPr>
          <a:xfrm>
            <a:off x="7154137" y="1711329"/>
            <a:ext cx="1078803" cy="1078803"/>
            <a:chOff x="9716245" y="5238447"/>
            <a:chExt cx="928701" cy="928701"/>
          </a:xfrm>
          <a:effectLst>
            <a:outerShdw blurRad="787400" dist="76200" dir="2700000" algn="tl" rotWithShape="0">
              <a:schemeClr val="accent1">
                <a:alpha val="59000"/>
              </a:schemeClr>
            </a:outerShdw>
          </a:effectLst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13AAC99-3265-DA09-F7DF-2EEC761B7C89}"/>
                </a:ext>
              </a:extLst>
            </p:cNvPr>
            <p:cNvSpPr/>
            <p:nvPr userDrawn="1"/>
          </p:nvSpPr>
          <p:spPr>
            <a:xfrm>
              <a:off x="9716245" y="5238447"/>
              <a:ext cx="928701" cy="928701"/>
            </a:xfrm>
            <a:prstGeom prst="ellipse">
              <a:avLst/>
            </a:prstGeom>
            <a:solidFill>
              <a:schemeClr val="bg1">
                <a:alpha val="3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2F6FE1F-4661-D971-A1F4-EF5C3A943946}"/>
                </a:ext>
              </a:extLst>
            </p:cNvPr>
            <p:cNvSpPr/>
            <p:nvPr userDrawn="1"/>
          </p:nvSpPr>
          <p:spPr>
            <a:xfrm>
              <a:off x="9832830" y="5355032"/>
              <a:ext cx="695529" cy="6955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954498B-243A-C558-3AC2-C0F565484B38}"/>
              </a:ext>
            </a:extLst>
          </p:cNvPr>
          <p:cNvSpPr txBox="1"/>
          <p:nvPr/>
        </p:nvSpPr>
        <p:spPr>
          <a:xfrm>
            <a:off x="7372822" y="2093227"/>
            <a:ext cx="8748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H0 - 4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2AD0BA-7DA1-B5F0-466F-F8D3FB61761A}"/>
              </a:ext>
            </a:extLst>
          </p:cNvPr>
          <p:cNvSpPr txBox="1"/>
          <p:nvPr/>
        </p:nvSpPr>
        <p:spPr>
          <a:xfrm>
            <a:off x="2783782" y="2633779"/>
            <a:ext cx="23516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Players with higher agility should</a:t>
            </a:r>
          </a:p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average more steals.</a:t>
            </a:r>
            <a:endParaRPr lang="en-US" sz="1200" i="1" spc="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FEE21F-4AE0-5151-AE13-462FF24F99E3}"/>
              </a:ext>
            </a:extLst>
          </p:cNvPr>
          <p:cNvSpPr txBox="1"/>
          <p:nvPr/>
        </p:nvSpPr>
        <p:spPr>
          <a:xfrm>
            <a:off x="2996449" y="258315"/>
            <a:ext cx="3427220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800" b="1" dirty="0">
                <a:solidFill>
                  <a:schemeClr val="bg2">
                    <a:lumMod val="95000"/>
                    <a:alpha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Hypothesis</a:t>
            </a:r>
            <a:endParaRPr lang="vi-VN" sz="4800" b="1" dirty="0">
              <a:solidFill>
                <a:schemeClr val="bg2">
                  <a:lumMod val="95000"/>
                  <a:alpha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79108B-3647-5D7E-3342-2487F7EEF780}"/>
              </a:ext>
            </a:extLst>
          </p:cNvPr>
          <p:cNvSpPr txBox="1"/>
          <p:nvPr/>
        </p:nvSpPr>
        <p:spPr>
          <a:xfrm>
            <a:off x="6625130" y="258315"/>
            <a:ext cx="1599797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800" b="1" dirty="0">
                <a:solidFill>
                  <a:schemeClr val="tx1">
                    <a:lumMod val="10000"/>
                    <a:lumOff val="90000"/>
                    <a:alpha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Tests</a:t>
            </a:r>
            <a:endParaRPr lang="vi-VN" sz="4800" b="1" dirty="0">
              <a:solidFill>
                <a:schemeClr val="tx1">
                  <a:lumMod val="10000"/>
                  <a:lumOff val="90000"/>
                  <a:alpha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851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12879" y="1541082"/>
            <a:ext cx="10367884" cy="894363"/>
            <a:chOff x="1214738" y="2084682"/>
            <a:chExt cx="10367884" cy="894363"/>
          </a:xfrm>
        </p:grpSpPr>
        <p:sp>
          <p:nvSpPr>
            <p:cNvPr id="6" name="TextBox 5"/>
            <p:cNvSpPr txBox="1"/>
            <p:nvPr/>
          </p:nvSpPr>
          <p:spPr>
            <a:xfrm>
              <a:off x="1214738" y="2084682"/>
              <a:ext cx="352661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400" b="1">
                  <a:latin typeface="Open Sans SemiBold" charset="0"/>
                  <a:ea typeface="Open Sans SemiBold" charset="0"/>
                  <a:cs typeface="Open Sans SemiBold" charset="0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39686" y="2115459"/>
              <a:ext cx="398827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b="1" dirty="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Evolution Isn't Always Where You Expect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1839686" y="2461403"/>
              <a:ext cx="9742936" cy="5176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400" dirty="0">
                  <a:latin typeface="Open Sans "/>
                </a:rPr>
                <a:t>Contrary to skepticism, average player agility and innate ability among the elite have both risen — or at minimum, held steady — in recent seasons.</a:t>
              </a:r>
              <a:endParaRPr lang="en-US" sz="1400" dirty="0">
                <a:latin typeface="Open Sans 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12879" y="2579997"/>
            <a:ext cx="10494492" cy="625828"/>
            <a:chOff x="1214738" y="2084682"/>
            <a:chExt cx="10494492" cy="625828"/>
          </a:xfrm>
        </p:grpSpPr>
        <p:sp>
          <p:nvSpPr>
            <p:cNvPr id="11" name="TextBox 10"/>
            <p:cNvSpPr txBox="1"/>
            <p:nvPr/>
          </p:nvSpPr>
          <p:spPr>
            <a:xfrm>
              <a:off x="1214738" y="2084682"/>
              <a:ext cx="352661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400" b="1" dirty="0">
                  <a:latin typeface="Open Sans SemiBold" charset="0"/>
                  <a:ea typeface="Open Sans SemiBold" charset="0"/>
                  <a:cs typeface="Open Sans SemiBold" charset="0"/>
                </a:rPr>
                <a:t>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39686" y="2115459"/>
              <a:ext cx="4159793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b="1" dirty="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Champions aren't just born—they're built.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flipH="1">
              <a:off x="1839684" y="2461403"/>
              <a:ext cx="9869546" cy="2491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Our data shows winning teams still rely on </a:t>
              </a:r>
              <a:r>
                <a: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blend of experience and specific skills</a:t>
              </a:r>
              <a:r>
                <a:rPr lang="en-US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not just youth and speed.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81622" y="759402"/>
            <a:ext cx="747640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dirty="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100000"/>
                      </a:schemeClr>
                    </a:gs>
                  </a:gsLst>
                  <a:lin ang="27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Adventure's End... and New Beginnings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FED6C-FF76-763C-DC79-377FB4E1E788}"/>
              </a:ext>
            </a:extLst>
          </p:cNvPr>
          <p:cNvSpPr txBox="1"/>
          <p:nvPr/>
        </p:nvSpPr>
        <p:spPr>
          <a:xfrm>
            <a:off x="1024603" y="3365442"/>
            <a:ext cx="35266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>
                <a:latin typeface="Open Sans SemiBold" charset="0"/>
                <a:ea typeface="Open Sans SemiBold" charset="0"/>
                <a:cs typeface="Open Sans SemiBold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9CB06-2A0E-3AEB-B1E3-4E3977F57E6E}"/>
              </a:ext>
            </a:extLst>
          </p:cNvPr>
          <p:cNvSpPr txBox="1"/>
          <p:nvPr/>
        </p:nvSpPr>
        <p:spPr>
          <a:xfrm>
            <a:off x="1649551" y="3396219"/>
            <a:ext cx="36788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Every Answer Sparks a New Question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EBEFA0-3EC9-27F7-4DB3-A602C9CCBE86}"/>
              </a:ext>
            </a:extLst>
          </p:cNvPr>
          <p:cNvSpPr txBox="1"/>
          <p:nvPr/>
        </p:nvSpPr>
        <p:spPr>
          <a:xfrm flipH="1">
            <a:off x="1649549" y="3742163"/>
            <a:ext cx="9869546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Rejecting a hypothesis isn't a dead end—it's a 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redirect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It forces us to ask better questions: If not agility, then what drives steals? If not early peaks, what defines a champion?</a:t>
            </a:r>
          </a:p>
        </p:txBody>
      </p:sp>
    </p:spTree>
    <p:extLst>
      <p:ext uri="{BB962C8B-B14F-4D97-AF65-F5344CB8AC3E}">
        <p14:creationId xmlns:p14="http://schemas.microsoft.com/office/powerpoint/2010/main" val="309722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emate 6 orange pink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F89E46"/>
      </a:accent1>
      <a:accent2>
        <a:srgbClr val="F07D50"/>
      </a:accent2>
      <a:accent3>
        <a:srgbClr val="F25A57"/>
      </a:accent3>
      <a:accent4>
        <a:srgbClr val="E23F5E"/>
      </a:accent4>
      <a:accent5>
        <a:srgbClr val="E23F88"/>
      </a:accent5>
      <a:accent6>
        <a:srgbClr val="E23FA7"/>
      </a:accent6>
      <a:hlink>
        <a:srgbClr val="FFFFFF"/>
      </a:hlink>
      <a:folHlink>
        <a:srgbClr val="59595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b="1">
            <a:latin typeface="Open Sans SemiBold" panose="020B0606030504020204" pitchFamily="34" charset="0"/>
            <a:ea typeface="Open Sans SemiBold" panose="020B0606030504020204" pitchFamily="34" charset="0"/>
            <a:cs typeface="Open Sans SemiBold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5658</TotalTime>
  <Words>763</Words>
  <Application>Microsoft Office PowerPoint</Application>
  <PresentationFormat>Widescreen</PresentationFormat>
  <Paragraphs>125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Open Sans</vt:lpstr>
      <vt:lpstr>Open Sans </vt:lpstr>
      <vt:lpstr>Open Sans bold</vt:lpstr>
      <vt:lpstr>Open Sans Semibold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Sar3</cp:lastModifiedBy>
  <cp:revision>125</cp:revision>
  <dcterms:created xsi:type="dcterms:W3CDTF">2018-09-27T04:46:37Z</dcterms:created>
  <dcterms:modified xsi:type="dcterms:W3CDTF">2026-04-28T07:15:12Z</dcterms:modified>
</cp:coreProperties>
</file>